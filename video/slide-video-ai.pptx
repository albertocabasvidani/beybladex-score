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29400" y="868680"/>
            <a:ext cx="1783080" cy="2880360"/>
          </a:xfrm>
          <a:prstGeom prst="roundRect">
            <a:avLst>
              <a:gd name="adj" fmla="val 11282"/>
            </a:avLst>
          </a:prstGeom>
          <a:solidFill>
            <a:srgbClr val="0B1226">
              <a:alpha val="0"/>
            </a:srgbClr>
          </a:solidFill>
          <a:ln w="25400">
            <a:solidFill>
              <a:srgbClr val="2BD9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269480" y="1161288"/>
            <a:ext cx="502920" cy="0"/>
          </a:xfrm>
          <a:prstGeom prst="line">
            <a:avLst/>
          </a:prstGeom>
          <a:noFill/>
          <a:ln w="25400">
            <a:solidFill>
              <a:srgbClr val="2BD9E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1463040"/>
            <a:ext cx="1325880" cy="146304"/>
          </a:xfrm>
          <a:prstGeom prst="rect">
            <a:avLst/>
          </a:prstGeom>
          <a:solidFill>
            <a:srgbClr val="2BD9E5">
              <a:alpha val="35000"/>
            </a:srgbClr>
          </a:solidFill>
          <a:ln w="12700">
            <a:solidFill>
              <a:srgbClr val="2BD9E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0" y="1874520"/>
            <a:ext cx="777240" cy="777240"/>
          </a:xfrm>
          <a:prstGeom prst="ellipse">
            <a:avLst/>
          </a:prstGeom>
          <a:solidFill>
            <a:srgbClr val="0B1226">
              <a:alpha val="0"/>
            </a:srgbClr>
          </a:solidFill>
          <a:ln w="19050">
            <a:solidFill>
              <a:srgbClr val="2BD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60920" y="2103120"/>
            <a:ext cx="320040" cy="320040"/>
          </a:xfrm>
          <a:prstGeom prst="ellipse">
            <a:avLst/>
          </a:prstGeom>
          <a:solidFill>
            <a:srgbClr val="2BD9E5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0" y="2926080"/>
            <a:ext cx="1325880" cy="137160"/>
          </a:xfrm>
          <a:prstGeom prst="rect">
            <a:avLst/>
          </a:prstGeom>
          <a:solidFill>
            <a:srgbClr val="2BD9E5">
              <a:alpha val="35000"/>
            </a:srgbClr>
          </a:solidFill>
          <a:ln w="12700">
            <a:solidFill>
              <a:srgbClr val="2BD9E5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0" y="3200400"/>
            <a:ext cx="868680" cy="137160"/>
          </a:xfrm>
          <a:prstGeom prst="rect">
            <a:avLst/>
          </a:prstGeom>
          <a:solidFill>
            <a:srgbClr val="2BD9E5">
              <a:alpha val="22000"/>
            </a:srgbClr>
          </a:solidFill>
          <a:ln w="12700">
            <a:solidFill>
              <a:srgbClr val="2BD9E5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269480" y="3547872"/>
            <a:ext cx="502920" cy="0"/>
          </a:xfrm>
          <a:prstGeom prst="line">
            <a:avLst/>
          </a:prstGeom>
          <a:noFill/>
          <a:ln w="25400">
            <a:solidFill>
              <a:srgbClr val="2BD9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9144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STORIA DI BEYBLADE SCORE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1234440"/>
            <a:ext cx="5760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Un'app sul Play Store.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Zero righe di codice.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40080" y="28803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Strumenti, costi e metodo per creare un prodotto vero con l'AI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9776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C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40080" y="44988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righe scritte a mano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337560" y="39776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C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17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337560" y="44988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versioni rilasciate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35040" y="39776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C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 mese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035040" y="44988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dall'idea al Play Store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 STRUMENTI · 1 DI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Creazione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2496312" cy="2423160"/>
          </a:xfrm>
          <a:prstGeom prst="roundRect">
            <a:avLst>
              <a:gd name="adj" fmla="val 3019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78308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468" y="1918868"/>
            <a:ext cx="231343" cy="23134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2395728"/>
            <a:ext cx="2039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68680" y="2926080"/>
            <a:ext cx="2039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costruttore. Scrive codice, interfaccia, script e testi: tu descrivi in italiano, lui realizza e corregge.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337560" y="1554480"/>
            <a:ext cx="2496312" cy="2423160"/>
          </a:xfrm>
          <a:prstGeom prst="roundRect">
            <a:avLst>
              <a:gd name="adj" fmla="val 3019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66160" y="178308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1948" y="1918868"/>
            <a:ext cx="231343" cy="23134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66160" y="2395728"/>
            <a:ext cx="2039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Emulatore Android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566160" y="2926080"/>
            <a:ext cx="2039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telefono virtuale sul PC. L'AI ci installa l'app, la prova da sola e verifica le modifiche.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35040" y="1554480"/>
            <a:ext cx="2496312" cy="2423160"/>
          </a:xfrm>
          <a:prstGeom prst="roundRect">
            <a:avLst>
              <a:gd name="adj" fmla="val 3019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63640" y="178308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9428" y="1918868"/>
            <a:ext cx="231343" cy="23134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63640" y="2395728"/>
            <a:ext cx="2039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6263640" y="2926080"/>
            <a:ext cx="2039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L'archivio del progetto. Ogni versione salvata, ogni modifica documentata e reversibile.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640080" y="4251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Pochi strumenti, tutti guidati a parole.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 STRUMENTI · 2 DI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Pubblicazione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2496312" cy="2423160"/>
          </a:xfrm>
          <a:prstGeom prst="roundRect">
            <a:avLst>
              <a:gd name="adj" fmla="val 3019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69164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468" y="1827428"/>
            <a:ext cx="231343" cy="23134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2286000"/>
            <a:ext cx="20391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Play Console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68680" y="2852928"/>
            <a:ext cx="2039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porta verso gli utenti Android: caricamento dell'app, revisione di Google, distribuzione in tutto il mondo, statistiche.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337560" y="1463040"/>
            <a:ext cx="2496312" cy="2423160"/>
          </a:xfrm>
          <a:prstGeom prst="roundRect">
            <a:avLst>
              <a:gd name="adj" fmla="val 3019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66160" y="169164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1948" y="1827428"/>
            <a:ext cx="231343" cy="23134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66160" y="2286000"/>
            <a:ext cx="20391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 EAS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3566160" y="2852928"/>
            <a:ext cx="2039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firma digitale dell'app: certifica che ogni aggiornamento arriva davvero dall'autore originale.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035040" y="1463040"/>
            <a:ext cx="2496312" cy="2423160"/>
          </a:xfrm>
          <a:prstGeom prst="roundRect">
            <a:avLst>
              <a:gd name="adj" fmla="val 3019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63640" y="169164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9428" y="1827428"/>
            <a:ext cx="231343" cy="23134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63640" y="2286000"/>
            <a:ext cx="20391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Pages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6263640" y="2852928"/>
            <a:ext cx="2039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versione web gratuita: stessa app, dentro il browser, senza installare nulla. Online in un click.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640080" y="4206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solo progetto, due piattaforme: Android e web.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 STRUMENTI · 3 DI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Monetizzazione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3794760" cy="1783080"/>
          </a:xfrm>
          <a:prstGeom prst="roundRect">
            <a:avLst>
              <a:gd name="adj" fmla="val 4103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64592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468" y="1781708"/>
            <a:ext cx="231343" cy="23134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6459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AdMob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68680" y="2258568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Banner pubblicitari a fine partita. Si attiva gratis: Google vende gli spazi e gira la quota dei ricavi all'autore.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709160" y="1417320"/>
            <a:ext cx="3794760" cy="1783080"/>
          </a:xfrm>
          <a:prstGeom prst="roundRect">
            <a:avLst>
              <a:gd name="adj" fmla="val 4103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937760" y="164592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3548" y="1781708"/>
            <a:ext cx="231343" cy="23134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77840" y="16459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RevenueCat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937760" y="2258568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Gestisce l'acquisto in-app «Rimuovi pubblicità». Gratuito fino a 2.500 $ al mese di incassi.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640080" y="331012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modello freemium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3657600"/>
            <a:ext cx="2377440" cy="777240"/>
          </a:xfrm>
          <a:prstGeom prst="roundRect">
            <a:avLst>
              <a:gd name="adj" fmla="val 9412"/>
            </a:avLst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49808" y="3657600"/>
            <a:ext cx="2157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Scarichi gratis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3017520" y="365760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3383280" y="3657600"/>
            <a:ext cx="2377440" cy="777240"/>
          </a:xfrm>
          <a:prstGeom prst="roundRect">
            <a:avLst>
              <a:gd name="adj" fmla="val 9412"/>
            </a:avLst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3493008" y="3657600"/>
            <a:ext cx="2157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 la pubblicità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5760720" y="365760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6126480" y="3657600"/>
            <a:ext cx="2377440" cy="777240"/>
          </a:xfrm>
          <a:prstGeom prst="roundRect">
            <a:avLst>
              <a:gd name="adj" fmla="val 9412"/>
            </a:avLst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236208" y="3657600"/>
            <a:ext cx="2157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acquisto la toglie per sempre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BUDGET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Quanto costa davvero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7863840" cy="786384"/>
          </a:xfrm>
          <a:prstGeom prst="roundRect">
            <a:avLst>
              <a:gd name="adj" fmla="val 9302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2763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(abbonamento)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19385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vero costo di sviluppo: l'AI che costruisce tutto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943600" y="1508760"/>
            <a:ext cx="2377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F5C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20–100 €/mese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2423160"/>
            <a:ext cx="7863840" cy="786384"/>
          </a:xfrm>
          <a:prstGeom prst="roundRect">
            <a:avLst>
              <a:gd name="adj" fmla="val 9302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54203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Play Console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28529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 sviluppatore una tantum, vale per tutte le app future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943600" y="2423160"/>
            <a:ext cx="2377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F5C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25 €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40080" y="3337560"/>
            <a:ext cx="7863840" cy="786384"/>
          </a:xfrm>
          <a:prstGeom prst="roundRect">
            <a:avLst>
              <a:gd name="adj" fmla="val 9302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45643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Tutto il resto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37673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GitHub, Expo, emulatore, AdMob, RevenueCat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943600" y="3337560"/>
            <a:ext cx="2377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F5C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0 €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0080" y="44348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Nessun team, nessun budget di sviluppo: un abbonamento all'AI e un account sviluppatore.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METODO · DALL'IDEA AL LANCIO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prima release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1887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passi, in breve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" y="1691640"/>
            <a:ext cx="6858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0" y="1691640"/>
            <a:ext cx="66751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 dal problema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1645920" y="2173224"/>
            <a:ext cx="6583680" cy="0"/>
          </a:xfrm>
          <a:prstGeom prst="line">
            <a:avLst/>
          </a:prstGeom>
          <a:noFill/>
          <a:ln w="9525">
            <a:solidFill>
              <a:srgbClr val="2A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209800"/>
            <a:ext cx="6858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45920" y="2209800"/>
            <a:ext cx="66751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Descrivi all'AI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1645920" y="2691384"/>
            <a:ext cx="6583680" cy="0"/>
          </a:xfrm>
          <a:prstGeom prst="line">
            <a:avLst/>
          </a:prstGeom>
          <a:noFill/>
          <a:ln w="9525">
            <a:solidFill>
              <a:srgbClr val="2A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727960"/>
            <a:ext cx="6858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645920" y="2727960"/>
            <a:ext cx="66751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Ottieni un prototipo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1645920" y="3209544"/>
            <a:ext cx="6583680" cy="0"/>
          </a:xfrm>
          <a:prstGeom prst="line">
            <a:avLst/>
          </a:prstGeom>
          <a:noFill/>
          <a:ln w="9525">
            <a:solidFill>
              <a:srgbClr val="2A3A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246120"/>
            <a:ext cx="6858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645920" y="3246120"/>
            <a:ext cx="66751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 a parole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1645920" y="3727704"/>
            <a:ext cx="6583680" cy="0"/>
          </a:xfrm>
          <a:prstGeom prst="line">
            <a:avLst/>
          </a:prstGeom>
          <a:noFill/>
          <a:ln w="9525">
            <a:solidFill>
              <a:srgbClr val="2A3A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764280"/>
            <a:ext cx="6858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45920" y="3764280"/>
            <a:ext cx="66751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Prepara il lancio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1645920" y="4245864"/>
            <a:ext cx="6583680" cy="0"/>
          </a:xfrm>
          <a:prstGeom prst="line">
            <a:avLst/>
          </a:prstGeom>
          <a:noFill/>
          <a:ln w="9525">
            <a:solidFill>
              <a:srgbClr val="2A3A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4282440"/>
            <a:ext cx="6858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645920" y="4282440"/>
            <a:ext cx="66751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Pubblica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PRIMA RELEASE · PASSO 1 DI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Parti dal problema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utente preciso, un bisogno reale, la funzione minima che lo risolve. Senza un problema vero, nessuno strumento serve.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89320" y="132588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737360"/>
            <a:ext cx="1463040" cy="146304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5821" y="2132381"/>
            <a:ext cx="672998" cy="6729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05840" y="4526280"/>
            <a:ext cx="7132320" cy="0"/>
          </a:xfrm>
          <a:prstGeom prst="line">
            <a:avLst/>
          </a:prstGeom>
          <a:noFill/>
          <a:ln w="12700">
            <a:solidFill>
              <a:srgbClr val="2A3A6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68680" y="4389120"/>
            <a:ext cx="274320" cy="274320"/>
          </a:xfrm>
          <a:prstGeom prst="ellipse">
            <a:avLst/>
          </a:prstGeom>
          <a:solidFill>
            <a:srgbClr val="2BD9E5"/>
          </a:solidFill>
          <a:ln w="12700">
            <a:solidFill>
              <a:srgbClr val="2BD9E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354580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157984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781044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84448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207508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10912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633972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37376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06043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PRIMA RELEASE · PASSO 2 DI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Descrivi all'AI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brief in linguaggio naturale: cosa deve fare l'app, non come. Le tecnologie giuste le sceglie l'AI.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89320" y="132588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737360"/>
            <a:ext cx="1463040" cy="146304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5821" y="2132381"/>
            <a:ext cx="672998" cy="6729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05840" y="4526280"/>
            <a:ext cx="7132320" cy="0"/>
          </a:xfrm>
          <a:prstGeom prst="line">
            <a:avLst/>
          </a:prstGeom>
          <a:noFill/>
          <a:ln w="12700">
            <a:solidFill>
              <a:srgbClr val="2A3A6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2811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295144" y="4389120"/>
            <a:ext cx="274320" cy="274320"/>
          </a:xfrm>
          <a:prstGeom prst="ellipse">
            <a:avLst/>
          </a:prstGeom>
          <a:solidFill>
            <a:srgbClr val="2BD9E5"/>
          </a:solidFill>
          <a:ln w="12700">
            <a:solidFill>
              <a:srgbClr val="2BD9E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157984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781044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84448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207508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10912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633972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37376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06043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PRIMA RELEASE · PASSO 3 DI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Ottieni un prototipo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versione da toccare subito, anche imperfetta. Prima la web app, poi quella mobile: vederla funzionare cambia tutto.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89320" y="132588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737360"/>
            <a:ext cx="1463040" cy="146304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5821" y="2132381"/>
            <a:ext cx="672998" cy="6729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05840" y="4526280"/>
            <a:ext cx="7132320" cy="0"/>
          </a:xfrm>
          <a:prstGeom prst="line">
            <a:avLst/>
          </a:prstGeom>
          <a:noFill/>
          <a:ln w="12700">
            <a:solidFill>
              <a:srgbClr val="2A3A6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2811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354580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157984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721608" y="4389120"/>
            <a:ext cx="274320" cy="274320"/>
          </a:xfrm>
          <a:prstGeom prst="ellipse">
            <a:avLst/>
          </a:prstGeom>
          <a:solidFill>
            <a:srgbClr val="2BD9E5"/>
          </a:solidFill>
          <a:ln w="12700">
            <a:solidFill>
              <a:srgbClr val="2BD9E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84448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207508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10912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633972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37376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06043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PRIMA RELEASE · PASSO 4 DI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Itera a parole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 l'app, descrivi cosa non va, l'AI corregge. Ripeti finché ti convince: è qui che il prodotto prende forma.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89320" y="132588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737360"/>
            <a:ext cx="1463040" cy="146304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5821" y="2132381"/>
            <a:ext cx="672998" cy="6729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05840" y="4526280"/>
            <a:ext cx="7132320" cy="0"/>
          </a:xfrm>
          <a:prstGeom prst="line">
            <a:avLst/>
          </a:prstGeom>
          <a:noFill/>
          <a:ln w="12700">
            <a:solidFill>
              <a:srgbClr val="2A3A6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2811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354580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157984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781044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84448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148072" y="4389120"/>
            <a:ext cx="274320" cy="274320"/>
          </a:xfrm>
          <a:prstGeom prst="ellipse">
            <a:avLst/>
          </a:prstGeom>
          <a:solidFill>
            <a:srgbClr val="2BD9E5"/>
          </a:solidFill>
          <a:ln w="12700">
            <a:solidFill>
              <a:srgbClr val="2BD9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10912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633972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37376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06043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PRIMA RELEASE · PASSO 5 DI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Prepara il lancio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Nome, icona, privacy policy, scheda dello store: li scrive l'AI, tu li leggi e li approvi.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89320" y="132588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737360"/>
            <a:ext cx="1463040" cy="146304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5821" y="2132381"/>
            <a:ext cx="672998" cy="6729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05840" y="4526280"/>
            <a:ext cx="7132320" cy="0"/>
          </a:xfrm>
          <a:prstGeom prst="line">
            <a:avLst/>
          </a:prstGeom>
          <a:noFill/>
          <a:ln w="12700">
            <a:solidFill>
              <a:srgbClr val="2A3A6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2811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354580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157984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781044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84448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207508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10912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74536" y="4389120"/>
            <a:ext cx="274320" cy="274320"/>
          </a:xfrm>
          <a:prstGeom prst="ellipse">
            <a:avLst/>
          </a:prstGeom>
          <a:solidFill>
            <a:srgbClr val="2BD9E5"/>
          </a:solidFill>
          <a:ln w="12700">
            <a:solidFill>
              <a:srgbClr val="2BD9E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37376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06043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PRIMA RELEASE · PASSO 6 DI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Pubblica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Firma digitale, caricamento, revisione di Google. Poi la tua app è online, in mano a chiunque nel mondo.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89320" y="132588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737360"/>
            <a:ext cx="1463040" cy="146304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5821" y="2132381"/>
            <a:ext cx="672998" cy="6729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05840" y="4526280"/>
            <a:ext cx="7132320" cy="0"/>
          </a:xfrm>
          <a:prstGeom prst="line">
            <a:avLst/>
          </a:prstGeom>
          <a:noFill/>
          <a:ln w="12700">
            <a:solidFill>
              <a:srgbClr val="2A3A6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2811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354580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157984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781044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84448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207508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10912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633972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37376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001000" y="4389120"/>
            <a:ext cx="274320" cy="274320"/>
          </a:xfrm>
          <a:prstGeom prst="ellipse">
            <a:avLst/>
          </a:prstGeom>
          <a:solidFill>
            <a:srgbClr val="2BD9E5"/>
          </a:solidFill>
          <a:ln w="12700">
            <a:solidFill>
              <a:srgbClr val="2BD9E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METODO · DOPO IL LANCIO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Gli aggiornamenti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1887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passi, in breve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" y="1691640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0" y="1691640"/>
            <a:ext cx="6675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Ascolta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1645920" y="2276856"/>
            <a:ext cx="6583680" cy="0"/>
          </a:xfrm>
          <a:prstGeom prst="line">
            <a:avLst/>
          </a:prstGeom>
          <a:noFill/>
          <a:ln w="9525">
            <a:solidFill>
              <a:srgbClr val="2A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313432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45920" y="2313432"/>
            <a:ext cx="6675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Scegli una cosa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1645920" y="2898648"/>
            <a:ext cx="6583680" cy="0"/>
          </a:xfrm>
          <a:prstGeom prst="line">
            <a:avLst/>
          </a:prstGeom>
          <a:noFill/>
          <a:ln w="9525">
            <a:solidFill>
              <a:srgbClr val="2A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935224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645920" y="2935224"/>
            <a:ext cx="6675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Pianifica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1645920" y="3520440"/>
            <a:ext cx="6583680" cy="0"/>
          </a:xfrm>
          <a:prstGeom prst="line">
            <a:avLst/>
          </a:prstGeom>
          <a:noFill/>
          <a:ln w="9525">
            <a:solidFill>
              <a:srgbClr val="2A3A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557016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645920" y="3557016"/>
            <a:ext cx="6675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 e prova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1645920" y="4142232"/>
            <a:ext cx="6583680" cy="0"/>
          </a:xfrm>
          <a:prstGeom prst="line">
            <a:avLst/>
          </a:prstGeom>
          <a:noFill/>
          <a:ln w="9525">
            <a:solidFill>
              <a:srgbClr val="2A3A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178808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45920" y="4178808"/>
            <a:ext cx="6675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Rilascia spesso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 AGGIORNAMENTI · PASSO 1 DI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Ascolta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Recensioni, statistiche, uso reale: a decidere sono i dati, non le supposizioni.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89320" y="132588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737360"/>
            <a:ext cx="1463040" cy="146304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5821" y="2132381"/>
            <a:ext cx="672998" cy="6729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05840" y="4526280"/>
            <a:ext cx="7132320" cy="0"/>
          </a:xfrm>
          <a:prstGeom prst="line">
            <a:avLst/>
          </a:prstGeom>
          <a:noFill/>
          <a:ln w="12700">
            <a:solidFill>
              <a:srgbClr val="2A3A6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68680" y="4389120"/>
            <a:ext cx="274320" cy="274320"/>
          </a:xfrm>
          <a:prstGeom prst="ellipse">
            <a:avLst/>
          </a:prstGeom>
          <a:solidFill>
            <a:srgbClr val="2BD9E5"/>
          </a:solidFill>
          <a:ln w="12700">
            <a:solidFill>
              <a:srgbClr val="2BD9E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1119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51460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49427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29768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27735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8076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6043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 AGGIORNAMENTI · PASSO 2 DI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Scegli una cosa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sola modifica per versione: piccola, chiara, verificabile. Un cambiamento alla volta.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89320" y="132588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737360"/>
            <a:ext cx="1463040" cy="146304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5821" y="2132381"/>
            <a:ext cx="672998" cy="6729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05840" y="4526280"/>
            <a:ext cx="7132320" cy="0"/>
          </a:xfrm>
          <a:prstGeom prst="line">
            <a:avLst/>
          </a:prstGeom>
          <a:noFill/>
          <a:ln w="12700">
            <a:solidFill>
              <a:srgbClr val="2A3A6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2811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651760" y="4389120"/>
            <a:ext cx="274320" cy="274320"/>
          </a:xfrm>
          <a:prstGeom prst="ellipse">
            <a:avLst/>
          </a:prstGeom>
          <a:solidFill>
            <a:srgbClr val="2BD9E5"/>
          </a:solidFill>
          <a:ln w="12700">
            <a:solidFill>
              <a:srgbClr val="2BD9E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51460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49427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29768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27735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8076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6043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 AGGIORNAMENTI · PASSO 3 DI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Pianifica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Architettura, strumenti, costi: prima di toccare il codice, l'AI ti aiuta a decidere come farla.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89320" y="132588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737360"/>
            <a:ext cx="1463040" cy="146304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5821" y="2132381"/>
            <a:ext cx="672998" cy="6729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05840" y="4526280"/>
            <a:ext cx="7132320" cy="0"/>
          </a:xfrm>
          <a:prstGeom prst="line">
            <a:avLst/>
          </a:prstGeom>
          <a:noFill/>
          <a:ln w="12700">
            <a:solidFill>
              <a:srgbClr val="2A3A6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2811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1119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51460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434840" y="4389120"/>
            <a:ext cx="274320" cy="274320"/>
          </a:xfrm>
          <a:prstGeom prst="ellipse">
            <a:avLst/>
          </a:prstGeom>
          <a:solidFill>
            <a:srgbClr val="2BD9E5"/>
          </a:solidFill>
          <a:ln w="12700">
            <a:solidFill>
              <a:srgbClr val="2BD9E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29768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27735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8076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6043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 AGGIORNAMENTI · PASSO 4 DI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Implementa e prova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L'AI sviluppa la modifica e la testa; tu la validi sul telefono vero prima di rilasciare.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89320" y="132588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737360"/>
            <a:ext cx="1463040" cy="146304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5821" y="2132381"/>
            <a:ext cx="672998" cy="6729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05840" y="4526280"/>
            <a:ext cx="7132320" cy="0"/>
          </a:xfrm>
          <a:prstGeom prst="line">
            <a:avLst/>
          </a:prstGeom>
          <a:noFill/>
          <a:ln w="12700">
            <a:solidFill>
              <a:srgbClr val="2A3A6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2811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1119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51460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49427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29768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217920" y="4389120"/>
            <a:ext cx="274320" cy="274320"/>
          </a:xfrm>
          <a:prstGeom prst="ellipse">
            <a:avLst/>
          </a:prstGeom>
          <a:solidFill>
            <a:srgbClr val="2BD9E5"/>
          </a:solidFill>
          <a:ln w="12700">
            <a:solidFill>
              <a:srgbClr val="2BD9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8076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6043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 AGGIORNAMENTI · PASSO 5 DI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Rilascia spesso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Versioni frequenti: 17 in quattro mesi. Ogni release è un piccolo esperimento sul campo.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89320" y="132588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737360"/>
            <a:ext cx="1463040" cy="146304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5821" y="2132381"/>
            <a:ext cx="672998" cy="6729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05840" y="4526280"/>
            <a:ext cx="7132320" cy="0"/>
          </a:xfrm>
          <a:prstGeom prst="line">
            <a:avLst/>
          </a:prstGeom>
          <a:noFill/>
          <a:ln w="12700">
            <a:solidFill>
              <a:srgbClr val="2A3A6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2811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1119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51460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49427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29768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27735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8076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01000" y="4389120"/>
            <a:ext cx="274320" cy="274320"/>
          </a:xfrm>
          <a:prstGeom prst="ellipse">
            <a:avLst/>
          </a:prstGeom>
          <a:solidFill>
            <a:srgbClr val="2BD9E5"/>
          </a:solidFill>
          <a:ln w="12700">
            <a:solidFill>
              <a:srgbClr val="2BD9E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MOLTIPLICATORE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Chiedilo a Claude Code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41732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Ogni passo del processo può essere 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informato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o, meglio ancora, 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realizzato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direttamente da Claude Code.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834640"/>
            <a:ext cx="2496312" cy="1691640"/>
          </a:xfrm>
          <a:prstGeom prst="roundRect">
            <a:avLst>
              <a:gd name="adj" fmla="val 4324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45920" y="3063240"/>
            <a:ext cx="502920" cy="50292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1708" y="3199028"/>
            <a:ext cx="231343" cy="231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703320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Pianifica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0080" y="4069080"/>
            <a:ext cx="2496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come farla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337560" y="2834640"/>
            <a:ext cx="2496312" cy="1691640"/>
          </a:xfrm>
          <a:prstGeom prst="roundRect">
            <a:avLst>
              <a:gd name="adj" fmla="val 4324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343400" y="3063240"/>
            <a:ext cx="502920" cy="50292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9188" y="3199028"/>
            <a:ext cx="231343" cy="23134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37560" y="3703320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337560" y="4069080"/>
            <a:ext cx="2496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costruisce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035040" y="2834640"/>
            <a:ext cx="2496312" cy="1691640"/>
          </a:xfrm>
          <a:prstGeom prst="roundRect">
            <a:avLst>
              <a:gd name="adj" fmla="val 4324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040880" y="3063240"/>
            <a:ext cx="502920" cy="50292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6668" y="3199028"/>
            <a:ext cx="231343" cy="23134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035040" y="3703320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Testa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035040" y="4069080"/>
            <a:ext cx="2496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verifica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CHIEDILO A CLAUDE CODE · 1 · PIANIFICA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Pianifica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18872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 di scrivere una riga di codice, Claude Code è il tuo consulente.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77240" y="1737360"/>
            <a:ext cx="457200" cy="45720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" y="1860804"/>
            <a:ext cx="210312" cy="2103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69164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Architettura  </a:t>
            </a:r>
            <a:pPr indent="0" marL="0">
              <a:buNone/>
            </a:pPr>
            <a:r>
              <a:rPr lang="en-US" sz="14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come strutturare l'app e i suoi pezzi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1417320" y="2249424"/>
            <a:ext cx="6903720" cy="0"/>
          </a:xfrm>
          <a:prstGeom prst="line">
            <a:avLst/>
          </a:prstGeom>
          <a:noFill/>
          <a:ln w="6350">
            <a:solidFill>
              <a:srgbClr val="2A3A6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340864"/>
            <a:ext cx="457200" cy="45720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" y="2464308"/>
            <a:ext cx="210312" cy="21031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17320" y="2295144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Strumenti  </a:t>
            </a:r>
            <a:pPr indent="0" marL="0">
              <a:buNone/>
            </a:pPr>
            <a:r>
              <a:rPr lang="en-US" sz="14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quali librerie e servizi conviene usare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1417320" y="2852928"/>
            <a:ext cx="6903720" cy="0"/>
          </a:xfrm>
          <a:prstGeom prst="line">
            <a:avLst/>
          </a:prstGeom>
          <a:noFill/>
          <a:ln w="6350">
            <a:solidFill>
              <a:srgbClr val="2A3A6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77240" y="2944368"/>
            <a:ext cx="457200" cy="45720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4" y="3067812"/>
            <a:ext cx="210312" cy="21031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17320" y="28986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Alternative  </a:t>
            </a:r>
            <a:pPr indent="0" marL="0">
              <a:buNone/>
            </a:pPr>
            <a:r>
              <a:rPr lang="en-US" sz="14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confronta più soluzioni e ti spiega i compromessi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1417320" y="3456432"/>
            <a:ext cx="6903720" cy="0"/>
          </a:xfrm>
          <a:prstGeom prst="line">
            <a:avLst/>
          </a:prstGeom>
          <a:noFill/>
          <a:ln w="6350">
            <a:solidFill>
              <a:srgbClr val="2A3A6B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77240" y="3547872"/>
            <a:ext cx="457200" cy="45720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84" y="3671316"/>
            <a:ext cx="210312" cy="21031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17320" y="3502152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Costi  </a:t>
            </a:r>
            <a:pPr indent="0" marL="0">
              <a:buNone/>
            </a:pPr>
            <a:r>
              <a:rPr lang="en-US" sz="14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stima la spesa prima di iniziare</a:t>
            </a:r>
            <a:endParaRPr lang="en-US" sz="1450" dirty="0"/>
          </a:p>
        </p:txBody>
      </p:sp>
      <p:sp>
        <p:nvSpPr>
          <p:cNvPr id="20" name="Shape 14"/>
          <p:cNvSpPr/>
          <p:nvPr/>
        </p:nvSpPr>
        <p:spPr>
          <a:xfrm>
            <a:off x="1417320" y="4059936"/>
            <a:ext cx="6903720" cy="0"/>
          </a:xfrm>
          <a:prstGeom prst="line">
            <a:avLst/>
          </a:prstGeom>
          <a:noFill/>
          <a:ln w="6350">
            <a:solidFill>
              <a:srgbClr val="2A3A6B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77240" y="4151376"/>
            <a:ext cx="457200" cy="45720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" y="4274820"/>
            <a:ext cx="210312" cy="21031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17320" y="4105656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Mercato  </a:t>
            </a:r>
            <a:pPr indent="0" marL="0">
              <a:buNone/>
            </a:pPr>
            <a:r>
              <a:rPr lang="en-US" sz="14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ricerche su concorrenti e domanda reale</a:t>
            </a:r>
            <a:endParaRPr lang="en-US" sz="14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CHIEDILO A CLAUDE CODE · 2 · IMPLEMENTA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Implementa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18872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solo codice: anche tutte le istruzioni per arrivare in fondo.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3794760" cy="2468880"/>
          </a:xfrm>
          <a:prstGeom prst="roundRect">
            <a:avLst>
              <a:gd name="adj" fmla="val 2963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92024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468" y="2056028"/>
            <a:ext cx="231343" cy="231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19202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Scrive il codice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68680" y="2532888"/>
            <a:ext cx="3337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L'app, gli script di build, i testi dello store. Tu descrivi cosa vuoi, lui costruisce e corregge finché funziona.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709160" y="1691640"/>
            <a:ext cx="3794760" cy="2468880"/>
          </a:xfrm>
          <a:prstGeom prst="roundRect">
            <a:avLst>
              <a:gd name="adj" fmla="val 2963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937760" y="192024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3548" y="2056028"/>
            <a:ext cx="231343" cy="23134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77840" y="19202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 guida passo-passo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937760" y="2532888"/>
            <a:ext cx="3337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aprire l'account sviluppatore, configurare i servizi, firmare e caricare l'app. Le guide operative, non solo il codice.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640080" y="4343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Resti tu al comando: leggi, capisci, approvi.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CHIEDILO A CLAUDE CODE · 3 · TESTA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18872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Fino al 90% dei test li fa Claude da solo — in due modi.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3794760" cy="2331720"/>
          </a:xfrm>
          <a:prstGeom prst="roundRect">
            <a:avLst>
              <a:gd name="adj" fmla="val 3137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92024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468" y="2056028"/>
            <a:ext cx="231343" cy="231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19202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 browser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68680" y="2532888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crea una web app identica alla tua app Android e la prova lui stesso, con Claude in Chrome, direttamente nel tuo browser.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709160" y="1691640"/>
            <a:ext cx="3794760" cy="2331720"/>
          </a:xfrm>
          <a:prstGeom prst="roundRect">
            <a:avLst>
              <a:gd name="adj" fmla="val 3137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937760" y="192024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3548" y="2056028"/>
            <a:ext cx="231343" cy="23134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77840" y="19202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Sul telefono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937760" y="2532888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Colleghi il telefono via USB e gli dai accesso con ADB (o l'equivalente Apple). Fa screenshot, tocca i punti giusti, verifica i risultati e valuta anche i video.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40080" y="4206240"/>
            <a:ext cx="7863840" cy="548640"/>
          </a:xfrm>
          <a:prstGeom prst="roundRect">
            <a:avLst>
              <a:gd name="adj" fmla="val 10000"/>
            </a:avLst>
          </a:prstGeom>
          <a:solidFill>
            <a:srgbClr val="0E3A44"/>
          </a:solidFill>
          <a:ln w="6350">
            <a:solidFill>
              <a:srgbClr val="2BD9E5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22960" y="420624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 spiega anche come autorizzare l'accesso al telefono, passo per passo.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TENERE A MENTE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Tre accortezze trasversali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41732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sono fasi in sequenza: sono 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abitudini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valide a ogni modifica, che ti risparmiano tempo e brutte sorprese.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834640"/>
            <a:ext cx="2496312" cy="1691640"/>
          </a:xfrm>
          <a:prstGeom prst="roundRect">
            <a:avLst>
              <a:gd name="adj" fmla="val 4324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45920" y="3063240"/>
            <a:ext cx="502920" cy="50292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1708" y="3199028"/>
            <a:ext cx="231343" cy="231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703320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Testa sempre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0080" y="4069080"/>
            <a:ext cx="2496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doppia verifica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337560" y="2834640"/>
            <a:ext cx="2496312" cy="1691640"/>
          </a:xfrm>
          <a:prstGeom prst="roundRect">
            <a:avLst>
              <a:gd name="adj" fmla="val 4324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343400" y="3063240"/>
            <a:ext cx="502920" cy="50292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9188" y="3199028"/>
            <a:ext cx="231343" cy="23134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37560" y="3703320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Occhio alla build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337560" y="4069080"/>
            <a:ext cx="2496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e CPU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035040" y="2834640"/>
            <a:ext cx="2496312" cy="1691640"/>
          </a:xfrm>
          <a:prstGeom prst="roundRect">
            <a:avLst>
              <a:gd name="adj" fmla="val 4324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040880" y="3063240"/>
            <a:ext cx="502920" cy="50292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6668" y="3199028"/>
            <a:ext cx="231343" cy="23134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035040" y="3703320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Leggi le regole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035040" y="4069080"/>
            <a:ext cx="2496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dello store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TENERE A MENTE · 1 · TESTA SEMPRE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Testa sempre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18872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Niente va online senza una verifica doppia.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794760" cy="2194560"/>
          </a:xfrm>
          <a:prstGeom prst="roundRect">
            <a:avLst>
              <a:gd name="adj" fmla="val 3333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96596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468" y="2101748"/>
            <a:ext cx="231343" cy="231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1965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Fallo provare a Claude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68680" y="2578608"/>
            <a:ext cx="3337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Ogni volta che finalizzi una modifica, almeno un test automatico: Claude installa l'app, la prova e verifica che funzioni.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709160" y="1737360"/>
            <a:ext cx="3794760" cy="2194560"/>
          </a:xfrm>
          <a:prstGeom prst="roundRect">
            <a:avLst>
              <a:gd name="adj" fmla="val 3333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937760" y="196596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3548" y="2101748"/>
            <a:ext cx="231343" cy="23134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77840" y="1965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 l'occhiata finale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937760" y="2578608"/>
            <a:ext cx="3337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 sempre un controllo umano, tuo, prima di pubblicare. L'ultimo sguardo lo dai tu.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40080" y="4160520"/>
            <a:ext cx="7863840" cy="566928"/>
          </a:xfrm>
          <a:prstGeom prst="roundRect">
            <a:avLst>
              <a:gd name="adj" fmla="val 9677"/>
            </a:avLst>
          </a:prstGeom>
          <a:solidFill>
            <a:srgbClr val="0E3A44"/>
          </a:solidFill>
          <a:ln w="6350">
            <a:solidFill>
              <a:srgbClr val="2BD9E5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22960" y="416052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modifica finalizzata = un test di Claude + un'occhiata tua, ogni volta.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TENERE A MENTE · 2 · OCCHIO ALLA BUILD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Occhio alla compilazione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18872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Compilare l'app costa minuti e CPU: trattala come una risorsa preziosa.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794760" cy="2194560"/>
          </a:xfrm>
          <a:prstGeom prst="roundRect">
            <a:avLst>
              <a:gd name="adj" fmla="val 3333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96596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468" y="2101748"/>
            <a:ext cx="231343" cy="231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1965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ottimizzata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68680" y="2578608"/>
            <a:ext cx="3337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Chiedi a Claude la compilazione più adatta all'uso: la versione di test si genera molto più in fretta di quella per lo store.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709160" y="1737360"/>
            <a:ext cx="3794760" cy="2194560"/>
          </a:xfrm>
          <a:prstGeom prst="roundRect">
            <a:avLst>
              <a:gd name="adj" fmla="val 3333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937760" y="196596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3548" y="2101748"/>
            <a:ext cx="231343" cy="23134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77840" y="1965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quando serve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937760" y="2578608"/>
            <a:ext cx="3337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Accorpa le modifiche e compila una volta sola. Ricompilare per ogni micro-cambiamento è tempo buttato.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40080" y="4160520"/>
            <a:ext cx="7863840" cy="566928"/>
          </a:xfrm>
          <a:prstGeom prst="roundRect">
            <a:avLst>
              <a:gd name="adj" fmla="val 9677"/>
            </a:avLst>
          </a:prstGeom>
          <a:solidFill>
            <a:srgbClr val="0E3A44"/>
          </a:solidFill>
          <a:ln w="6350">
            <a:solidFill>
              <a:srgbClr val="2BD9E5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22960" y="416052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un computer normale una build può prendere 10 minuti e rallentare tutto.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TENERE A MENTE · 3 · LE REGOLE DELLO STORE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Leggi le regole dello store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18872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 store hanno regole che cambiano nel tempo — e non riguardano solo il codice.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794760" cy="2194560"/>
          </a:xfrm>
          <a:prstGeom prst="roundRect">
            <a:avLst>
              <a:gd name="adj" fmla="val 3333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96596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468" y="2101748"/>
            <a:ext cx="231343" cy="231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1965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Falle leggere a Claude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68680" y="2578608"/>
            <a:ext cx="3337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Requisiti su come scrivere il codice, come compilare, su icona, testi, permessi e privacy: falle leggere bene prima di iniziare.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709160" y="1737360"/>
            <a:ext cx="3794760" cy="2194560"/>
          </a:xfrm>
          <a:prstGeom prst="roundRect">
            <a:avLst>
              <a:gd name="adj" fmla="val 3333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937760" y="196596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3548" y="2101748"/>
            <a:ext cx="231343" cy="23134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77840" y="1965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dettaglio può bloccarti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937760" y="2578608"/>
            <a:ext cx="3337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volte basta un'icona o un testo fuori regola per dover ricompilare e ricaricare tutto, anche col codice perfetto.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40080" y="4160520"/>
            <a:ext cx="7863840" cy="566928"/>
          </a:xfrm>
          <a:prstGeom prst="roundRect">
            <a:avLst>
              <a:gd name="adj" fmla="val 9677"/>
            </a:avLst>
          </a:prstGeom>
          <a:solidFill>
            <a:srgbClr val="0E3A44"/>
          </a:solidFill>
          <a:ln w="6350">
            <a:solidFill>
              <a:srgbClr val="2BD9E5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22960" y="416052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regole di pubblicazione cambiano: ricontrollale a ogni release importante.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Un'app con l'AI: strumenti, costi e metodo</dc:title>
  <dc:subject>PptxGenJS Presentation</dc:subject>
  <dc:creator>Alberto Cabas Vidani</dc:creator>
  <cp:lastModifiedBy>Alberto Cabas Vidani</cp:lastModifiedBy>
  <cp:revision>1</cp:revision>
  <dcterms:created xsi:type="dcterms:W3CDTF">2026-06-11T14:02:20Z</dcterms:created>
  <dcterms:modified xsi:type="dcterms:W3CDTF">2026-06-11T14:02:20Z</dcterms:modified>
</cp:coreProperties>
</file>