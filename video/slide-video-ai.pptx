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822960"/>
            <a:ext cx="3108960" cy="3108960"/>
          </a:xfrm>
          <a:prstGeom prst="ellipse">
            <a:avLst/>
          </a:prstGeom>
          <a:solidFill>
            <a:srgbClr val="0B1226">
              <a:alpha val="0"/>
            </a:srgbClr>
          </a:solidFill>
          <a:ln w="19050">
            <a:solidFill>
              <a:srgbClr val="2BD9E5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1188720"/>
            <a:ext cx="2377440" cy="2377440"/>
          </a:xfrm>
          <a:prstGeom prst="ellipse">
            <a:avLst/>
          </a:prstGeom>
          <a:solidFill>
            <a:srgbClr val="0B1226">
              <a:alpha val="0"/>
            </a:srgbClr>
          </a:solidFill>
          <a:ln w="19050">
            <a:solidFill>
              <a:srgbClr val="2BD9E5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1554480"/>
            <a:ext cx="1645920" cy="1645920"/>
          </a:xfrm>
          <a:prstGeom prst="ellipse">
            <a:avLst/>
          </a:prstGeom>
          <a:solidFill>
            <a:srgbClr val="0B1226">
              <a:alpha val="0"/>
            </a:srgbClr>
          </a:solidFill>
          <a:ln w="25400">
            <a:solidFill>
              <a:srgbClr val="2BD9E5">
                <a:alpha val="8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69480" y="2240280"/>
            <a:ext cx="274320" cy="274320"/>
          </a:xfrm>
          <a:prstGeom prst="ellipse">
            <a:avLst/>
          </a:prstGeom>
          <a:solidFill>
            <a:srgbClr val="2BD9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STORIA DI BEYBLADE SCORE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Un'app sul Play Store.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 righe di codice.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Strumenti, costi e metodo per creare un prodotto vero con l'AI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4008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righe scritte a mano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3756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33756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versioni rilasciate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035040" y="3977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mese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035040" y="44988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dall'idea al Play Store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STRUMENTI · 1 DI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Creazione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8308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91886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395728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92608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costruttore. Scrive codice, interfaccia, script e testi: tu descrivi in italiano, lui realizza e corregge.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37560" y="155448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66160" y="178308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948" y="191886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0" y="2395728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Emulatore Android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566160" y="292608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telefono virtuale sul PC. L'AI ci installa l'app, la prova da sola e verifica le modifiche.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55448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78308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428" y="1918868"/>
            <a:ext cx="231343" cy="23134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395728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263640" y="2926080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L'archivio del progetto. Ogni versione salvata, ogni modifica documentata e reversibile.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40080" y="4251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Pochi strumenti, tutti guidati a parole.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STRUMENTI · 2 DI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Pubblicazione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916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82742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286000"/>
            <a:ext cx="2039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Console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68680" y="2852928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porta verso gli utenti Android: caricamento dell'app, revisione di Google, distribuzione in tutto il mondo, statistiche.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37560" y="146304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66160" y="16916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948" y="182742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0" y="2286000"/>
            <a:ext cx="2039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 EAS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66160" y="2852928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firma digitale dell'app: certifica che ogni aggiornamento arriva davvero dall'autore originale.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35040" y="1463040"/>
            <a:ext cx="2496312" cy="2423160"/>
          </a:xfrm>
          <a:prstGeom prst="roundRect">
            <a:avLst>
              <a:gd name="adj" fmla="val 3019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6916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428" y="1827428"/>
            <a:ext cx="231343" cy="23134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63640" y="2286000"/>
            <a:ext cx="20391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Pages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263640" y="2852928"/>
            <a:ext cx="2039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versione web gratuita: stessa app, dentro il browser, senza installare nulla. Online in un click.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progetto, due piattaforme: Android e web.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STRUMENTI · 3 DI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Monetizzazione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794760" cy="1783080"/>
          </a:xfrm>
          <a:prstGeom prst="roundRect">
            <a:avLst>
              <a:gd name="adj" fmla="val 410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4592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178170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45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AdMob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2258568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Banner pubblicitari a fine partita. Si attiva gratis: Google vende gli spazi e gira la quota dei ricavi all'autore.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3794760" cy="1783080"/>
          </a:xfrm>
          <a:prstGeom prst="roundRect">
            <a:avLst>
              <a:gd name="adj" fmla="val 410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64592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178170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6459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RevenueCat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937760" y="2258568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Gestisce l'acquisto in-app «Rimuovi pubblicità». Gratuito fino a 2.500 $ al mese di incassi.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40080" y="33101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modello freemium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36576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9808" y="36576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Scarichi gratis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3017520" y="365760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83280" y="36576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493008" y="36576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 la pubblicità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760720" y="365760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126480" y="36576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236208" y="36576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acquisto la toglie per sempre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BUDGET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Quanto costa davvero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7863840" cy="786384"/>
          </a:xfrm>
          <a:prstGeom prst="roundRect">
            <a:avLst>
              <a:gd name="adj" fmla="val 9302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276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(abbonamento)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vero costo di sviluppo: l'AI che costruisce tutto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943600" y="150876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20–100 €/mese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423160"/>
            <a:ext cx="7863840" cy="786384"/>
          </a:xfrm>
          <a:prstGeom prst="roundRect">
            <a:avLst>
              <a:gd name="adj" fmla="val 9302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5420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Console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2852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sviluppatore una tantum, vale per tutte le app future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0" y="242316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25 €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3337560"/>
            <a:ext cx="7863840" cy="786384"/>
          </a:xfrm>
          <a:prstGeom prst="roundRect">
            <a:avLst>
              <a:gd name="adj" fmla="val 9302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4564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Tutto il resto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7673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GitHub, Expo, emulatore, AdMob, RevenueCat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43600" y="3337560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F5C84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0 €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44348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 team, nessun budget di sviluppo: un abbonamento all'AI e un account sviluppatore.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METODO · DALL'IDEA AL LANCIO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prima release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passi, in breve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69164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69164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 dal problema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1645920" y="217322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20980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220980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Descrivi all'AI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645920" y="269138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72796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272796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Ottieni un prototipo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645920" y="320954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24612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45920" y="324612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 a parole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645920" y="372770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76428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76428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 il lancio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1645920" y="4245864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282440"/>
            <a:ext cx="6858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4282440"/>
            <a:ext cx="66751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Pubblica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1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Parti dal problema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utente preciso, un bisogno reale, la funzione minima che lo risolve. Senza un problema vero, nessuno strumento serve.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2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Descrivi all'AI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brief in linguaggio naturale: cosa deve fare l'app, non come. Le tecnologie giuste le sceglie l'AI.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295144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3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Ottieni un prototipo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versione da toccare subito, anche imperfetta. Prima la web app, poi quella mobile: vederla funzionare cambia tutto.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21608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4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Itera a parole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l'app, descrivi cosa non va, l'AI corregge. Ripeti finché ti convince: è qui che il prodotto prende forma.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148072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5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Prepara il lancio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Nome, icona, privacy policy, scheda dello store: li scrive l'AI, tu li leggi e li approvi.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74536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PRIMA RELEASE · PASSO 6 DI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Pubblica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digitale, caricamento, revisione di Google. Poi la tua app è online, in mano a chiunque nel mondo.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354580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57984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781044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84448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207508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633972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37376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0100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METODO · DOPO IL LANCIO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Gli aggiornamenti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passi, in breve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169164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691640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Ascolta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1645920" y="2276856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31343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2313432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Scegli una cosa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645920" y="2898648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93522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2935224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645920" y="3520440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5701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45920" y="3557016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 e prova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645920" y="4142232"/>
            <a:ext cx="6583680" cy="0"/>
          </a:xfrm>
          <a:prstGeom prst="line">
            <a:avLst/>
          </a:prstGeom>
          <a:noFill/>
          <a:ln w="9525">
            <a:solidFill>
              <a:srgbClr val="2A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7880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D9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4178808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Rilascia spesso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1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Ascolta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Recensioni, statistiche, uso reale: a decidere sono i dati, non le supposizioni.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1119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9427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7735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2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Scegli una cosa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sola modifica per versione: piccola, chiara, verificabile. Un cambiamento alla volta.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5176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9427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7735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3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Pianifica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Architettura, strumenti, costi: prima di toccare il codice, l'AI ti aiuta a decidere come farla.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1119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3484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7735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4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Implementa e prova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L'AI sviluppa la modifica e la testa; tu la validi sul telefono vero prima di rilasciare.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1119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9427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1792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6043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 AGGIORNAMENTI · PASSO 5 DI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Rilascia spesso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Versioni frequenti: 17 in quattro mesi. Ogni release è un piccolo esperimento sul campo.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9320" y="132588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737360"/>
            <a:ext cx="1463040" cy="146304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5821" y="2132381"/>
            <a:ext cx="672998" cy="6729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5840" y="4526280"/>
            <a:ext cx="7132320" cy="0"/>
          </a:xfrm>
          <a:prstGeom prst="line">
            <a:avLst/>
          </a:prstGeom>
          <a:noFill/>
          <a:ln w="1270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811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1119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49427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9768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77356" y="4448556"/>
            <a:ext cx="155448" cy="155448"/>
          </a:xfrm>
          <a:prstGeom prst="ellipse">
            <a:avLst/>
          </a:prstGeom>
          <a:solidFill>
            <a:srgbClr val="16203F"/>
          </a:solidFill>
          <a:ln w="12700">
            <a:solidFill>
              <a:srgbClr val="2A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01000" y="4389120"/>
            <a:ext cx="274320" cy="274320"/>
          </a:xfrm>
          <a:prstGeom prst="ellipse">
            <a:avLst/>
          </a:prstGeom>
          <a:solidFill>
            <a:srgbClr val="2BD9E5"/>
          </a:solidFill>
          <a:ln w="12700">
            <a:solidFill>
              <a:srgbClr val="2BD9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46725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MOLTIPLICATORE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Chiedilo a Claude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passo del processo può essere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informato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o, meglio ancora,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realizzato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direttamente da Claude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1708" y="319902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come farla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3756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4340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188" y="319902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3756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33756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costruisce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35040" y="2834640"/>
            <a:ext cx="2496312" cy="1691640"/>
          </a:xfrm>
          <a:prstGeom prst="roundRect">
            <a:avLst>
              <a:gd name="adj" fmla="val 4324"/>
            </a:avLst>
          </a:prstGeom>
          <a:solidFill>
            <a:srgbClr val="16203F"/>
          </a:solidFill>
          <a:ln w="13970">
            <a:solidFill>
              <a:srgbClr val="2BD9E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040880" y="3063240"/>
            <a:ext cx="502920" cy="502920"/>
          </a:xfrm>
          <a:prstGeom prst="ellipse">
            <a:avLst/>
          </a:prstGeom>
          <a:solidFill>
            <a:srgbClr val="0E3A44"/>
          </a:solidFill>
          <a:ln w="9525">
            <a:solidFill>
              <a:srgbClr val="2BD9E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668" y="3199028"/>
            <a:ext cx="231343" cy="23134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35040" y="37033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035040" y="4069080"/>
            <a:ext cx="2496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verifica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CHIEDILO A CLAUDE CODE · 1 · PIANIFICA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Pianifica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riga di codice, Claude Code è il tuo consulente.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" y="1860804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69164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Architettura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come strutturare l'app e i suoi pezzi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249424"/>
            <a:ext cx="6903720" cy="0"/>
          </a:xfrm>
          <a:prstGeom prst="line">
            <a:avLst/>
          </a:prstGeom>
          <a:noFill/>
          <a:ln w="6350">
            <a:solidFill>
              <a:srgbClr val="2A3A6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340864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464308"/>
            <a:ext cx="210312" cy="2103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29514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quali librerie e servizi conviene usare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1417320" y="2852928"/>
            <a:ext cx="6903720" cy="0"/>
          </a:xfrm>
          <a:prstGeom prst="line">
            <a:avLst/>
          </a:prstGeom>
          <a:noFill/>
          <a:ln w="6350">
            <a:solidFill>
              <a:srgbClr val="2A3A6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2944368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" y="3067812"/>
            <a:ext cx="210312" cy="21031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28986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confronta più soluzioni e ti spiega i compromessi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1417320" y="3456432"/>
            <a:ext cx="6903720" cy="0"/>
          </a:xfrm>
          <a:prstGeom prst="line">
            <a:avLst/>
          </a:prstGeom>
          <a:noFill/>
          <a:ln w="6350">
            <a:solidFill>
              <a:srgbClr val="2A3A6B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3547872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" y="3671316"/>
            <a:ext cx="210312" cy="21031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350215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Costi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stima la spesa prima di iniziare</a:t>
            </a:r>
            <a:endParaRPr lang="en-US" sz="1450" dirty="0"/>
          </a:p>
        </p:txBody>
      </p:sp>
      <p:sp>
        <p:nvSpPr>
          <p:cNvPr id="20" name="Shape 14"/>
          <p:cNvSpPr/>
          <p:nvPr/>
        </p:nvSpPr>
        <p:spPr>
          <a:xfrm>
            <a:off x="1417320" y="4059936"/>
            <a:ext cx="6903720" cy="0"/>
          </a:xfrm>
          <a:prstGeom prst="line">
            <a:avLst/>
          </a:prstGeom>
          <a:noFill/>
          <a:ln w="6350">
            <a:solidFill>
              <a:srgbClr val="2A3A6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4151376"/>
            <a:ext cx="457200" cy="45720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" y="4274820"/>
            <a:ext cx="210312" cy="21031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410565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Mercato  </a:t>
            </a:r>
            <a:pPr indent="0" marL="0">
              <a:buNone/>
            </a:pPr>
            <a:r>
              <a:rPr lang="en-US" sz="14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ricerche su concorrenti e domanda reale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CHIEDILO A CLAUDE CODE · 2 · IMPLEMENTA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Implementa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solo codice: anche tutte le istruzioni per arrivare in fondo.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205602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Scrive il codice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532888"/>
            <a:ext cx="3337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L'app, gli script di build, i testi dello store. Tu descrivi cosa vuoi, lui costruisce e corregge finché funziona.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69164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37760" y="19202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205602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guida passo-passo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532888"/>
            <a:ext cx="3337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aprire l'account sviluppatore, configurare i servizi, firmare e caricare l'app. Le guide operative, non solo il codice.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40080" y="4343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Resti tu al comando: leggi, capisci, approvi.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BD9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CHIEDILO A CLAUDE CODE · 3 · TESTA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7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1887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 al 90% dei test li fa Claude da solo — in due modi.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794760" cy="2331720"/>
          </a:xfrm>
          <a:prstGeom prst="roundRect">
            <a:avLst>
              <a:gd name="adj" fmla="val 3137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468" y="2056028"/>
            <a:ext cx="231343" cy="23134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browser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532888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crea una web app identica alla tua app Android e la prova lui stesso, con Claude in Chrome, direttamente nel tuo browser.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691640"/>
            <a:ext cx="3794760" cy="2331720"/>
          </a:xfrm>
          <a:prstGeom prst="roundRect">
            <a:avLst>
              <a:gd name="adj" fmla="val 3137"/>
            </a:avLst>
          </a:prstGeom>
          <a:solidFill>
            <a:srgbClr val="16203F"/>
          </a:solidFill>
          <a:ln w="9525">
            <a:solidFill>
              <a:srgbClr val="2A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37760" y="1920240"/>
            <a:ext cx="502920" cy="502920"/>
          </a:xfrm>
          <a:prstGeom prst="ellipse">
            <a:avLst/>
          </a:prstGeom>
          <a:solidFill>
            <a:srgbClr val="0E3A44"/>
          </a:solidFill>
          <a:ln w="12700">
            <a:solidFill>
              <a:srgbClr val="0E3A4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548" y="205602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 telefono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532888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AEB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Colleghi il telefono via USB e gli dai accesso con ADB (o l'equivalente Apple). Fa screenshot, tocca i punti giusti, verifica i risultati e valuta anche i video.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206240"/>
            <a:ext cx="7863840" cy="548640"/>
          </a:xfrm>
          <a:prstGeom prst="roundRect">
            <a:avLst>
              <a:gd name="adj" fmla="val 10000"/>
            </a:avLst>
          </a:prstGeom>
          <a:solidFill>
            <a:srgbClr val="0E3A44"/>
          </a:solidFill>
          <a:ln w="6350">
            <a:solidFill>
              <a:srgbClr val="2BD9E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42062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4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spiega anche come autorizzare l'accesso al telefono, passo per passo.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Un'app con l'AI: strumenti, costi e metodo</dc:title>
  <dc:subject>PptxGenJS Presentation</dc:subject>
  <dc:creator>Alberto Cabas Vidani</dc:creator>
  <cp:lastModifiedBy>Alberto Cabas Vidani</cp:lastModifiedBy>
  <cp:revision>1</cp:revision>
  <dcterms:created xsi:type="dcterms:W3CDTF">2026-06-11T13:43:57Z</dcterms:created>
  <dcterms:modified xsi:type="dcterms:W3CDTF">2026-06-11T13:43:57Z</dcterms:modified>
</cp:coreProperties>
</file>