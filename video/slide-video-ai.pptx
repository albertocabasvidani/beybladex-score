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822960"/>
            <a:ext cx="3108960" cy="310896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1188720"/>
            <a:ext cx="2377440" cy="237744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1554480"/>
            <a:ext cx="1645920" cy="1645920"/>
          </a:xfrm>
          <a:prstGeom prst="ellipse">
            <a:avLst/>
          </a:prstGeom>
          <a:solidFill>
            <a:srgbClr val="0B1226">
              <a:alpha val="0"/>
            </a:srgbClr>
          </a:solidFill>
          <a:ln w="25400">
            <a:solidFill>
              <a:srgbClr val="2BD9E5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69480" y="2240280"/>
            <a:ext cx="274320" cy="274320"/>
          </a:xfrm>
          <a:prstGeom prst="ellipse">
            <a:avLst/>
          </a:prstGeom>
          <a:solidFill>
            <a:srgbClr val="2BD9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STORIA DI BEYBLADE 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Un'app sul Play Store.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 righe di codice.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Strumenti, costi e metodo per creare un prodotto vero con l'AI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4008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scritte a mano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3756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3756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rilasciate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mese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dall'idea al Play Store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1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91886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costruttore. Scrive codice, interfaccia, script e testi: tu descrivi in italiano, lui realizza e corregge.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91886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Emulatore Android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6616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telefono virtuale sul PC. L'AI ci installa l'app, la prova da sola e verifica le modifiche.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9188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6364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L'archivio del progetto. Ogni versione salvata, ogni modifica documentata e reversibile.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Pochi strumenti, tutti guidati a parole.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2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2742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porta verso gli utenti Android: caricamento dell'app, revisione di Google, distribuzione in tutto il mondo, statistiche.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82742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EAS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6616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digitale dell'app: certifica che ogni aggiornamento arriva davvero dall'autore originale.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82742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versione web gratuita: stessa app, dentro il browser, senza installare nulla. Online in un click.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progetto, due piattaforme: Android e web.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3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Monetizzazione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78170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AdMob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pubblicitari a fine partita. Si attiva gratis: Google vende gli spazi e gira la quota dei ricavi all'autore.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781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RevenueCat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3776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Gestisce l'acquisto in-app «Rimuovi pubblicità». Gratuito fino a 2.500 $ al mese di incassi.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modello freemium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98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Scarichi gratis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0175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832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930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 la pubblicità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7607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1264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2362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acquisto la toglie per sempre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Quanto costa davvero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(abbonamento)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vero costo di sviluppo: l'AI che costruisce tutto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0" y="15087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20–100 €/mese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542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852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sviluppatore una tantum, vale per tutte le app future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0" y="24231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25 €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56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Tutto il resto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767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Expo, emulatore, AdMob, RevenueCat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0" y="33375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0 €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team, nessun budget di sviluppo: un abbonamento all'AI e un account sviluppatore.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DALL'IDEA AL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prima release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 dal problema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17322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0980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20980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Descrivi all'AI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69138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72796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72796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Ottieni un prototipo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20954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24612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24612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 a parole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372770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76428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6428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 il lancio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1645920" y="424586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2824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42824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Pubblica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1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 dal problema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utente preciso, un bisogno reale, la funzione minima che lo risolve. Senza un problema vero, nessuno strumento serve.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2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Descrivi all'AI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brief in linguaggio naturale: cosa deve fare l'app, non come. Le tecnologie giuste le sceglie l'AI.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295144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3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Ottieni un prototipo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versione da toccare subito, anche imperfetta. Prima la web app, poi quella mobile: vederla funzionare cambia tutto.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21608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4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Itera a parole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l'app, descrivi cosa non va, l'AI corregge. Ripeti finché ti convince: è qui che il prodotto prende forma.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148072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5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 il lancio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icona, privacy policy, scheda dello store: li scrive l'AI, tu li leggi e li approvi.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74536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6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digitale, caricamento, revisione di Google. Poi la tua app è online, in mano a chiunque nel mondo.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DOPO IL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Gli aggiornamenti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Ascolta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276856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134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31343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Scegli una cosa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898648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3522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93522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520440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5701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55701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e prova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4142232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417880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Rilascia spesso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1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Ascolta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Recensioni, statistiche, uso reale: a decidere sono i dati, non le supposizioni.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2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Scegli una cosa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modifica per versione: piccola, chiara, verificabile. Un cambiamento alla volta.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5176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3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Architettura, strumenti, costi: prima di toccare il codice, l'AI ti aiuta a decidere come farla.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3484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4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 e prova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sviluppa la modifica e la testa; tu la validi sul telefono vero prima di rilasciare.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5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Rilascia spesso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frequenti: 17 in quattro mesi. Ogni release è un piccolo esperimento sul campo.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MOLTIPLICATORE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Chiedilo a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passo del processo può essere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o, meglio ancora,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realizzato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direttamente da Claude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1708" y="3199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come farla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188" y="3199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3756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costruisce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668" y="3199028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03504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verifica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1 · PIANIFICA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riga di codice, Claude Code è il tuo consulente.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86080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91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come strutturare l'app e i suoi pezzi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249424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340864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464308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29514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quali librerie e servizi conviene usare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1417320" y="2852928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2944368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3067812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8986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confronta più soluzioni e ti spiega i compromessi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1417320" y="3456432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547872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671316"/>
            <a:ext cx="210312" cy="2103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50215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stima la spesa prima di iniziare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1417320" y="4059936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4151376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" y="4274820"/>
            <a:ext cx="210312" cy="2103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10565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Mercato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ricerche su concorrenti e domanda reale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2 · IMPLEMENTA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solo codice: anche tutte le istruzioni per arrivare in fondo.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 il codice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L'app, gli script di build, i testi dello store. Tu descrivi cosa vuoi, lui costruisce e corregge finché funziona.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guida passo-passo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aprire l'account sviluppatore, configurare i servizi, firmare e caricare l'app. Le guide operative, non solo il codice.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Resti tu al comando: leggi, capisci, approvi.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3 · TESTA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 al 90% dei test li fa Claude da solo — in due modi.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browser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crea una web app identica alla tua app Android e la prova lui stesso, con Claude in Chrome, direttamente nel tuo browser.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Colleghi il telefono via USB e gli dai accesso con ADB (o l'equivalente Apple). Fa screenshot, tocca i punti giusti, verifica i risultati e valuta anche i video.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206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spiega anche come autorizzare l'accesso al telefono, passo per passo.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 accortezze trasversali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sono fasi in sequenza: sono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abitudini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valide a ogni modifica, che ti risparmiano tempo e brutte sorprese.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1708" y="3199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 sempre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doppia verifica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188" y="3199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Occhio alla build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3756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e CPU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668" y="3199028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le regole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03504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dello store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1 · TESTA SEMPRE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Testa sempre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Niente va online senza una verifica doppia.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Fallo provare a Claude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volta che finalizzi una modifica, almeno un test automatico: Claude installa l'app, la prova e verifica che funzioni.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 l'occhiata finale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 sempre un controllo umano, tuo, prima di pubblicare. L'ultimo sguardo lo dai tu.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modifica finalizzata = un test di Claude + un'occhiata tua, ogni volta.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2 · OCCHIO ALLA 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Occhio alla compilazione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Compilare l'app costa minuti e CPU: trattala come una risorsa preziosa.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ottimizzata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a Claude la compilazione più adatta all'uso: la versione di test si genera molto più in fretta di quella per lo store.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quando serve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Accorpa le modifiche e compila una volta sola. Ricompilare per ogni micro-cambiamento è tempo buttato.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un computer normale una build può prendere 10 minuti e rallentare tutto.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TENERE A MENTE · 3 · LE REGOLE DELLO STORE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Leggi le regole dello store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store hanno regole che cambiano nel tempo — e non riguardano solo il codice.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10174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 leggere a Claude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Requisiti su come scrivere il codice, come compilare, su icona, testi, permessi e privacy: falle leggere bene prima di iniziare.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737360"/>
            <a:ext cx="3794760" cy="2194560"/>
          </a:xfrm>
          <a:prstGeom prst="roundRect">
            <a:avLst>
              <a:gd name="adj" fmla="val 333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10174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dettaglio può bloccarti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78608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volte basta un'icona o un testo fuori regola per dover ricompilare e ricaricare tutto, anche col codice perfetto.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1605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di pubblicazione cambiano: ricontrollale a ogni release importante.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Un'app con l'AI: strumenti, costi e metodo</dc:title>
  <dc:subject>PptxGenJS Presentation</dc:subject>
  <dc:creator>Alberto Cabas Vidani</dc:creator>
  <cp:lastModifiedBy>Alberto Cabas Vidani</cp:lastModifiedBy>
  <cp:revision>1</cp:revision>
  <dcterms:created xsi:type="dcterms:W3CDTF">2026-06-11T13:50:54Z</dcterms:created>
  <dcterms:modified xsi:type="dcterms:W3CDTF">2026-06-11T13:50:54Z</dcterms:modified>
</cp:coreProperties>
</file>