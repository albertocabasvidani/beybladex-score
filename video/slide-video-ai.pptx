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822960"/>
            <a:ext cx="3108960" cy="3108960"/>
          </a:xfrm>
          <a:prstGeom prst="ellipse">
            <a:avLst/>
          </a:prstGeom>
          <a:solidFill>
            <a:srgbClr val="0B1226">
              <a:alpha val="0"/>
            </a:srgbClr>
          </a:solidFill>
          <a:ln w="19050">
            <a:solidFill>
              <a:srgbClr val="2BD9E5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1188720"/>
            <a:ext cx="2377440" cy="2377440"/>
          </a:xfrm>
          <a:prstGeom prst="ellipse">
            <a:avLst/>
          </a:prstGeom>
          <a:solidFill>
            <a:srgbClr val="0B1226">
              <a:alpha val="0"/>
            </a:srgbClr>
          </a:solidFill>
          <a:ln w="19050">
            <a:solidFill>
              <a:srgbClr val="2BD9E5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554480"/>
            <a:ext cx="1645920" cy="1645920"/>
          </a:xfrm>
          <a:prstGeom prst="ellipse">
            <a:avLst/>
          </a:prstGeom>
          <a:solidFill>
            <a:srgbClr val="0B1226">
              <a:alpha val="0"/>
            </a:srgbClr>
          </a:solidFill>
          <a:ln w="25400">
            <a:solidFill>
              <a:srgbClr val="2BD9E5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2240280"/>
            <a:ext cx="274320" cy="274320"/>
          </a:xfrm>
          <a:prstGeom prst="ellipse">
            <a:avLst/>
          </a:prstGeom>
          <a:solidFill>
            <a:srgbClr val="2BD9E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B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STORIA DI BEYBLADE SCORE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F4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Un'app sul Play Store.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dirty="0">
                <a:solidFill>
                  <a:srgbClr val="2BD9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righe di codice.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Strumenti, costi e metodo per creare un prodotto vero con l'AI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C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4498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righe scritte a mano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3756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C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37560" y="4498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 rilasciate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3504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C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mese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035040" y="4498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dall'idea al Play Store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 STRUMENTI · 1 DI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4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Creazione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496312" cy="2423160"/>
          </a:xfrm>
          <a:prstGeom prst="roundRect">
            <a:avLst>
              <a:gd name="adj" fmla="val 3019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468" y="1918868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395728"/>
            <a:ext cx="203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costruttore. Scrive codice, interfaccia, script e testi: tu descrivi in italiano, lui realizza e corregge.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554480"/>
            <a:ext cx="2496312" cy="2423160"/>
          </a:xfrm>
          <a:prstGeom prst="roundRect">
            <a:avLst>
              <a:gd name="adj" fmla="val 3019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66160" y="1783080"/>
            <a:ext cx="502920" cy="50292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948" y="1918868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395728"/>
            <a:ext cx="203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Emulatore Android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66160" y="292608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telefono virtuale sul PC. L'AI ci installa l'app, la prova da sola e verifica le modifiche.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554480"/>
            <a:ext cx="2496312" cy="2423160"/>
          </a:xfrm>
          <a:prstGeom prst="roundRect">
            <a:avLst>
              <a:gd name="adj" fmla="val 3019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63640" y="1783080"/>
            <a:ext cx="502920" cy="50292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428" y="1918868"/>
            <a:ext cx="231343" cy="231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395728"/>
            <a:ext cx="203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63640" y="292608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L'archivio del progetto. Ogni versione salvata, ogni modifica documentata e reversibile.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B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Pochi strumenti, tutti guidati a parole.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 STRUMENTI · 2 DI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4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Pubblicazione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496312" cy="2423160"/>
          </a:xfrm>
          <a:prstGeom prst="roundRect">
            <a:avLst>
              <a:gd name="adj" fmla="val 3019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468" y="1827428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286000"/>
            <a:ext cx="2039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Play Console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852928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porta verso gli utenti Android: caricamento dell'app, revisione di Google, distribuzione in tutto il mondo, statistiche.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37560" y="1463040"/>
            <a:ext cx="2496312" cy="2423160"/>
          </a:xfrm>
          <a:prstGeom prst="roundRect">
            <a:avLst>
              <a:gd name="adj" fmla="val 3019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66160" y="1691640"/>
            <a:ext cx="502920" cy="50292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948" y="1827428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286000"/>
            <a:ext cx="2039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 EAS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66160" y="2852928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firma digitale dell'app: certifica che ogni aggiornamento arriva davvero dall'autore originale.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463040"/>
            <a:ext cx="2496312" cy="2423160"/>
          </a:xfrm>
          <a:prstGeom prst="roundRect">
            <a:avLst>
              <a:gd name="adj" fmla="val 3019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63640" y="1691640"/>
            <a:ext cx="502920" cy="50292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428" y="1827428"/>
            <a:ext cx="231343" cy="231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286000"/>
            <a:ext cx="2039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263640" y="2852928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versione web gratuita: stessa app, dentro il browser, senza installare nulla. Online in un click.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B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progetto, due piattaforme: Android e web.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 STRUMENTI · 3 DI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4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Monetizzazione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794760" cy="1783080"/>
          </a:xfrm>
          <a:prstGeom prst="roundRect">
            <a:avLst>
              <a:gd name="adj" fmla="val 4103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45920"/>
            <a:ext cx="502920" cy="50292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468" y="1781708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45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AdMob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258568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 pubblicitari a fine partita. Si attiva gratis: Google vende gli spazi e gira la quota dei ricavi all'autore.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417320"/>
            <a:ext cx="3794760" cy="1783080"/>
          </a:xfrm>
          <a:prstGeom prst="roundRect">
            <a:avLst>
              <a:gd name="adj" fmla="val 4103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1645920"/>
            <a:ext cx="502920" cy="50292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548" y="1781708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645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RevenueCat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37760" y="2258568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Gestisce l'acquisto in-app «Rimuovi pubblicità». Gratuito fino a 2.500 $ al mese di incassi.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40080" y="33101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modello freemium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65760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0E3A44"/>
          </a:solidFill>
          <a:ln w="9525">
            <a:solidFill>
              <a:srgbClr val="2BD9E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9808" y="365760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Scarichi gratis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017520" y="365760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3383280" y="365760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0E3A44"/>
          </a:solidFill>
          <a:ln w="9525">
            <a:solidFill>
              <a:srgbClr val="2BD9E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493008" y="365760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 la pubblicità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760720" y="365760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126480" y="365760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0E3A44"/>
          </a:solidFill>
          <a:ln w="9525">
            <a:solidFill>
              <a:srgbClr val="2BD9E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236208" y="3657600"/>
            <a:ext cx="2157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acquisto la toglie per sempre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BUDGET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4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Quanto costa davvero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7863840" cy="786384"/>
          </a:xfrm>
          <a:prstGeom prst="roundRect">
            <a:avLst>
              <a:gd name="adj" fmla="val 9302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276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(abbonamento)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vero costo di sviluppo: l'AI che costruisce tutto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0" y="150876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F5C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20–100 €/mese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7863840" cy="786384"/>
          </a:xfrm>
          <a:prstGeom prst="roundRect">
            <a:avLst>
              <a:gd name="adj" fmla="val 9302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5420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Play Console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8529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sviluppatore una tantum, vale per tutte le app future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0" y="242316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F5C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25 €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7863840" cy="786384"/>
          </a:xfrm>
          <a:prstGeom prst="roundRect">
            <a:avLst>
              <a:gd name="adj" fmla="val 9302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4564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Tutto il resto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7673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GitHub, Expo, emulatore, AdMob, RevenueCat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0" y="3337560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F5C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0 €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B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 team, nessun budget di sviluppo: un abbonamento all'AI e un account sviluppatore.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METODO · DALL'IDEA AL LANCIO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4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prima release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188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passi, in breve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685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D9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1691640"/>
            <a:ext cx="66751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 dal problema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645920" y="2173224"/>
            <a:ext cx="6583680" cy="0"/>
          </a:xfrm>
          <a:prstGeom prst="line">
            <a:avLst/>
          </a:prstGeom>
          <a:noFill/>
          <a:ln w="9525">
            <a:solidFill>
              <a:srgbClr val="2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09800"/>
            <a:ext cx="685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D9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209800"/>
            <a:ext cx="66751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Descrivi all'AI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645920" y="2691384"/>
            <a:ext cx="6583680" cy="0"/>
          </a:xfrm>
          <a:prstGeom prst="line">
            <a:avLst/>
          </a:prstGeom>
          <a:noFill/>
          <a:ln w="9525">
            <a:solidFill>
              <a:srgbClr val="2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27960"/>
            <a:ext cx="685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D9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2727960"/>
            <a:ext cx="66751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Ottieni un prototipo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645920" y="3209544"/>
            <a:ext cx="6583680" cy="0"/>
          </a:xfrm>
          <a:prstGeom prst="line">
            <a:avLst/>
          </a:prstGeom>
          <a:noFill/>
          <a:ln w="9525">
            <a:solidFill>
              <a:srgbClr val="2A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246120"/>
            <a:ext cx="685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D9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3246120"/>
            <a:ext cx="66751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 a parole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645920" y="3727704"/>
            <a:ext cx="6583680" cy="0"/>
          </a:xfrm>
          <a:prstGeom prst="line">
            <a:avLst/>
          </a:prstGeom>
          <a:noFill/>
          <a:ln w="9525">
            <a:solidFill>
              <a:srgbClr val="2A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764280"/>
            <a:ext cx="685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D9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45920" y="3764280"/>
            <a:ext cx="66751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 il lancio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645920" y="4245864"/>
            <a:ext cx="6583680" cy="0"/>
          </a:xfrm>
          <a:prstGeom prst="line">
            <a:avLst/>
          </a:prstGeom>
          <a:noFill/>
          <a:ln w="9525">
            <a:solidFill>
              <a:srgbClr val="2A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282440"/>
            <a:ext cx="685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D9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45920" y="4282440"/>
            <a:ext cx="66751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Pubblica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METODO · DALL'IDEA AL LANCIO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4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prima release, passo per passo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496312" cy="1645920"/>
          </a:xfrm>
          <a:prstGeom prst="roundRect">
            <a:avLst>
              <a:gd name="adj" fmla="val 4444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554480"/>
            <a:ext cx="457200" cy="45720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67792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78024" y="159105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BD9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" y="208483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 dal problema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1248" y="2395728"/>
            <a:ext cx="2093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utente preciso, un bisogno reale, la funzione minima che lo risolve.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37560" y="1371600"/>
            <a:ext cx="2496312" cy="1645920"/>
          </a:xfrm>
          <a:prstGeom prst="roundRect">
            <a:avLst>
              <a:gd name="adj" fmla="val 4444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38728" y="1554480"/>
            <a:ext cx="457200" cy="45720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172" y="1677924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75504" y="159105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BD9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38728" y="208483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Descrivi all'AI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38728" y="2395728"/>
            <a:ext cx="2093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in linguaggio naturale: cosa deve fare, non come. Le tecnologie le sceglie lei.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35040" y="1371600"/>
            <a:ext cx="2496312" cy="1645920"/>
          </a:xfrm>
          <a:prstGeom prst="roundRect">
            <a:avLst>
              <a:gd name="adj" fmla="val 4444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36208" y="1554480"/>
            <a:ext cx="457200" cy="45720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652" y="1677924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72984" y="159105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BD9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36208" y="208483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Ottieni un prototipo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36208" y="2395728"/>
            <a:ext cx="2093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versione da toccare subito, anche imperfetta. Prima web, poi mobile.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40080" y="3154680"/>
            <a:ext cx="2496312" cy="1645920"/>
          </a:xfrm>
          <a:prstGeom prst="roundRect">
            <a:avLst>
              <a:gd name="adj" fmla="val 4444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41248" y="3337560"/>
            <a:ext cx="457200" cy="45720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3461004"/>
            <a:ext cx="210312" cy="2103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478024" y="33741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BD9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841248" y="386791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 a parole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41248" y="4178808"/>
            <a:ext cx="2093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l'app, descrivi cosa non va, l'AI corregge. Ripeti finché ti convince.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337560" y="3154680"/>
            <a:ext cx="2496312" cy="1645920"/>
          </a:xfrm>
          <a:prstGeom prst="roundRect">
            <a:avLst>
              <a:gd name="adj" fmla="val 4444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538728" y="3337560"/>
            <a:ext cx="457200" cy="45720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2172" y="3461004"/>
            <a:ext cx="210312" cy="2103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175504" y="33741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BD9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3538728" y="386791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 il lancio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538728" y="4178808"/>
            <a:ext cx="2093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Nome, icona, privacy policy, scheda store: li scrive l'AI, li approvi tu.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035040" y="3154680"/>
            <a:ext cx="2496312" cy="1645920"/>
          </a:xfrm>
          <a:prstGeom prst="roundRect">
            <a:avLst>
              <a:gd name="adj" fmla="val 4444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236208" y="3337560"/>
            <a:ext cx="457200" cy="45720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9652" y="3461004"/>
            <a:ext cx="210312" cy="21031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872984" y="33741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BD9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6236208" y="386791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Pubblica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236208" y="4178808"/>
            <a:ext cx="2093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 digitale, caricamento, revisione di Google. Poi sei online nel mondo.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METODO · DOPO IL LANCIO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4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Gli aggiornamenti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188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passi, in breve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D9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169164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Ascolta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645920" y="2276856"/>
            <a:ext cx="6583680" cy="0"/>
          </a:xfrm>
          <a:prstGeom prst="line">
            <a:avLst/>
          </a:prstGeom>
          <a:noFill/>
          <a:ln w="9525">
            <a:solidFill>
              <a:srgbClr val="2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313432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D9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313432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Scegli una cosa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1645920" y="2898648"/>
            <a:ext cx="6583680" cy="0"/>
          </a:xfrm>
          <a:prstGeom prst="line">
            <a:avLst/>
          </a:prstGeom>
          <a:noFill/>
          <a:ln w="9525">
            <a:solidFill>
              <a:srgbClr val="2A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3522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D9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2935224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Pianifica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645920" y="3520440"/>
            <a:ext cx="6583680" cy="0"/>
          </a:xfrm>
          <a:prstGeom prst="line">
            <a:avLst/>
          </a:prstGeom>
          <a:noFill/>
          <a:ln w="9525">
            <a:solidFill>
              <a:srgbClr val="2A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557016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D9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3557016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 e prova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645920" y="4142232"/>
            <a:ext cx="6583680" cy="0"/>
          </a:xfrm>
          <a:prstGeom prst="line">
            <a:avLst/>
          </a:prstGeom>
          <a:noFill/>
          <a:ln w="9525">
            <a:solidFill>
              <a:srgbClr val="2A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17880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D9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45920" y="4178808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Rilascia spesso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METODO · DOPO IL LANCIO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4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Gli aggiornamenti, passo per passo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496312" cy="1645920"/>
          </a:xfrm>
          <a:prstGeom prst="roundRect">
            <a:avLst>
              <a:gd name="adj" fmla="val 4444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554480"/>
            <a:ext cx="457200" cy="45720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67792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78024" y="159105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BD9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" y="208483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Ascolta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1248" y="2395728"/>
            <a:ext cx="2093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Recensioni, statistiche, uso reale: decidono i dati, non le supposizioni.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37560" y="1371600"/>
            <a:ext cx="2496312" cy="1645920"/>
          </a:xfrm>
          <a:prstGeom prst="roundRect">
            <a:avLst>
              <a:gd name="adj" fmla="val 4444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38728" y="1554480"/>
            <a:ext cx="457200" cy="45720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172" y="1677924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75504" y="159105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BD9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38728" y="208483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Scegli una cosa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538728" y="2395728"/>
            <a:ext cx="2093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modifica per versione: piccola, chiara, verificabile.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35040" y="1371600"/>
            <a:ext cx="2496312" cy="1645920"/>
          </a:xfrm>
          <a:prstGeom prst="roundRect">
            <a:avLst>
              <a:gd name="adj" fmla="val 4444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36208" y="1554480"/>
            <a:ext cx="457200" cy="45720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652" y="1677924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72984" y="159105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BD9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36208" y="208483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Pianifica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36208" y="2395728"/>
            <a:ext cx="2093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Architettura, strumenti, costi: l'AI ti aiuta a decidere come farla.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1975104" y="3154680"/>
            <a:ext cx="2496312" cy="1645920"/>
          </a:xfrm>
          <a:prstGeom prst="roundRect">
            <a:avLst>
              <a:gd name="adj" fmla="val 4444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2176272" y="3337560"/>
            <a:ext cx="457200" cy="45720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9716" y="3461004"/>
            <a:ext cx="210312" cy="2103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813048" y="33741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BD9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2176272" y="386791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 e prova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2176272" y="4178808"/>
            <a:ext cx="2093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L'AI sviluppa e testa; tu validi sul telefono vero.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672584" y="3154680"/>
            <a:ext cx="2496312" cy="1645920"/>
          </a:xfrm>
          <a:prstGeom prst="roundRect">
            <a:avLst>
              <a:gd name="adj" fmla="val 4444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873752" y="3337560"/>
            <a:ext cx="457200" cy="45720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196" y="3461004"/>
            <a:ext cx="210312" cy="2103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510528" y="337413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2BD9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873752" y="386791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Rilascia spesso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4873752" y="4178808"/>
            <a:ext cx="2093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 frequenti: 17 in quattro mesi. Ogni release è un esperimento.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MOLTIPLICATORE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4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Chiedilo a Claude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passo del processo può essere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B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informato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o, meglio ancora,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2B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realizzato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direttamente da Claude Code.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2496312" cy="1691640"/>
          </a:xfrm>
          <a:prstGeom prst="roundRect">
            <a:avLst>
              <a:gd name="adj" fmla="val 4324"/>
            </a:avLst>
          </a:prstGeom>
          <a:solidFill>
            <a:srgbClr val="16203F"/>
          </a:solidFill>
          <a:ln w="13970">
            <a:solidFill>
              <a:srgbClr val="2BD9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3063240"/>
            <a:ext cx="502920" cy="502920"/>
          </a:xfrm>
          <a:prstGeom prst="ellipse">
            <a:avLst/>
          </a:prstGeom>
          <a:solidFill>
            <a:srgbClr val="0E3A44"/>
          </a:solidFill>
          <a:ln w="9525">
            <a:solidFill>
              <a:srgbClr val="2BD9E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1708" y="3199028"/>
            <a:ext cx="231343" cy="231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70332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Pianifica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4069080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come farla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2834640"/>
            <a:ext cx="2496312" cy="1691640"/>
          </a:xfrm>
          <a:prstGeom prst="roundRect">
            <a:avLst>
              <a:gd name="adj" fmla="val 4324"/>
            </a:avLst>
          </a:prstGeom>
          <a:solidFill>
            <a:srgbClr val="16203F"/>
          </a:solidFill>
          <a:ln w="13970">
            <a:solidFill>
              <a:srgbClr val="2BD9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43400" y="3063240"/>
            <a:ext cx="502920" cy="502920"/>
          </a:xfrm>
          <a:prstGeom prst="ellipse">
            <a:avLst/>
          </a:prstGeom>
          <a:solidFill>
            <a:srgbClr val="0E3A44"/>
          </a:solidFill>
          <a:ln w="9525">
            <a:solidFill>
              <a:srgbClr val="2BD9E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188" y="3199028"/>
            <a:ext cx="231343" cy="231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370332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337560" y="4069080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costruisce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35040" y="2834640"/>
            <a:ext cx="2496312" cy="1691640"/>
          </a:xfrm>
          <a:prstGeom prst="roundRect">
            <a:avLst>
              <a:gd name="adj" fmla="val 4324"/>
            </a:avLst>
          </a:prstGeom>
          <a:solidFill>
            <a:srgbClr val="16203F"/>
          </a:solidFill>
          <a:ln w="13970">
            <a:solidFill>
              <a:srgbClr val="2BD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040880" y="3063240"/>
            <a:ext cx="502920" cy="502920"/>
          </a:xfrm>
          <a:prstGeom prst="ellipse">
            <a:avLst/>
          </a:prstGeom>
          <a:solidFill>
            <a:srgbClr val="0E3A44"/>
          </a:solidFill>
          <a:ln w="9525">
            <a:solidFill>
              <a:srgbClr val="2BD9E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668" y="3199028"/>
            <a:ext cx="231343" cy="2313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35040" y="370332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035040" y="4069080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verifica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CHIEDILO A CLAUDE CODE · 1 · PIANIFICA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4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Pianifica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di scrivere una riga di codice, Claude Code è il tuo consulente.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86080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Architettura  </a:t>
            </a:r>
            <a:pPr indent="0" marL="0">
              <a:buNone/>
            </a:pPr>
            <a:r>
              <a:rPr lang="en-US" sz="145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come strutturare l'app e i suoi pezzi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417320" y="2249424"/>
            <a:ext cx="6903720" cy="0"/>
          </a:xfrm>
          <a:prstGeom prst="line">
            <a:avLst/>
          </a:prstGeom>
          <a:noFill/>
          <a:ln w="6350">
            <a:solidFill>
              <a:srgbClr val="2A3A6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340864"/>
            <a:ext cx="457200" cy="45720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" y="2464308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29514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Strumenti  </a:t>
            </a:r>
            <a:pPr indent="0" marL="0">
              <a:buNone/>
            </a:pPr>
            <a:r>
              <a:rPr lang="en-US" sz="145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quali librerie e servizi conviene usare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1417320" y="2852928"/>
            <a:ext cx="6903720" cy="0"/>
          </a:xfrm>
          <a:prstGeom prst="line">
            <a:avLst/>
          </a:prstGeom>
          <a:noFill/>
          <a:ln w="6350">
            <a:solidFill>
              <a:srgbClr val="2A3A6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2944368"/>
            <a:ext cx="457200" cy="45720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3067812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289864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 </a:t>
            </a:r>
            <a:pPr indent="0" marL="0">
              <a:buNone/>
            </a:pPr>
            <a:r>
              <a:rPr lang="en-US" sz="145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confronta più soluzioni e ti spiega i compromessi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1417320" y="3456432"/>
            <a:ext cx="6903720" cy="0"/>
          </a:xfrm>
          <a:prstGeom prst="line">
            <a:avLst/>
          </a:prstGeom>
          <a:noFill/>
          <a:ln w="6350">
            <a:solidFill>
              <a:srgbClr val="2A3A6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3547872"/>
            <a:ext cx="457200" cy="45720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67131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35021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Costi  </a:t>
            </a:r>
            <a:pPr indent="0" marL="0">
              <a:buNone/>
            </a:pPr>
            <a:r>
              <a:rPr lang="en-US" sz="145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stima la spesa prima di iniziare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1417320" y="4059936"/>
            <a:ext cx="6903720" cy="0"/>
          </a:xfrm>
          <a:prstGeom prst="line">
            <a:avLst/>
          </a:prstGeom>
          <a:noFill/>
          <a:ln w="6350">
            <a:solidFill>
              <a:srgbClr val="2A3A6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151376"/>
            <a:ext cx="457200" cy="45720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" y="4274820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410565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Mercato  </a:t>
            </a:r>
            <a:pPr indent="0" marL="0">
              <a:buNone/>
            </a:pPr>
            <a:r>
              <a:rPr lang="en-US" sz="145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ricerche su concorrenti e domanda reale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CHIEDILO A CLAUDE CODE · 2 · IMPLEMENTA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4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solo codice: anche tutte le istruzioni per arrivare in fondo.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794760" cy="2468880"/>
          </a:xfrm>
          <a:prstGeom prst="roundRect">
            <a:avLst>
              <a:gd name="adj" fmla="val 2963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468" y="2056028"/>
            <a:ext cx="231343" cy="231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Scrive il codice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2532888"/>
            <a:ext cx="3337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L'app, gli script di build, i testi dello store. Tu descrivi cosa vuoi, lui costruisce e corregge finché funziona.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9160" y="1691640"/>
            <a:ext cx="3794760" cy="2468880"/>
          </a:xfrm>
          <a:prstGeom prst="roundRect">
            <a:avLst>
              <a:gd name="adj" fmla="val 2963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37760" y="1920240"/>
            <a:ext cx="502920" cy="50292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548" y="2056028"/>
            <a:ext cx="231343" cy="231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 guida passo-passo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937760" y="2532888"/>
            <a:ext cx="3337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aprire l'account sviluppatore, configurare i servizi, firmare e caricare l'app. Le guide operative, non solo il codice.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B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 tu al comando: leggi, capisci, approvi.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B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CHIEDILO A CLAUDE CODE · 3 · TESTA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4F7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Fino al 90% dei test li fa Claude da solo — in due modi.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794760" cy="2331720"/>
          </a:xfrm>
          <a:prstGeom prst="roundRect">
            <a:avLst>
              <a:gd name="adj" fmla="val 3137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468" y="2056028"/>
            <a:ext cx="231343" cy="231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browser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2532888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crea una web app identica alla tua app Android e la prova lui stesso, con Claude in Chrome, direttamente nel tuo browser.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9160" y="1691640"/>
            <a:ext cx="3794760" cy="2331720"/>
          </a:xfrm>
          <a:prstGeom prst="roundRect">
            <a:avLst>
              <a:gd name="adj" fmla="val 3137"/>
            </a:avLst>
          </a:prstGeom>
          <a:solidFill>
            <a:srgbClr val="16203F"/>
          </a:solidFill>
          <a:ln w="9525">
            <a:solidFill>
              <a:srgbClr val="2A3A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37760" y="1920240"/>
            <a:ext cx="502920" cy="502920"/>
          </a:xfrm>
          <a:prstGeom prst="ellipse">
            <a:avLst/>
          </a:prstGeom>
          <a:solidFill>
            <a:srgbClr val="0E3A44"/>
          </a:solidFill>
          <a:ln w="12700">
            <a:solidFill>
              <a:srgbClr val="0E3A4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548" y="2056028"/>
            <a:ext cx="231343" cy="231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920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 telefono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937760" y="2532888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AEB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Colleghi il telefono via USB e gli dai accesso con ADB (o l'equivalente Apple). Fa screenshot, tocca i punti giusti, verifica i risultati e valuta anche i video.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206240"/>
            <a:ext cx="7863840" cy="548640"/>
          </a:xfrm>
          <a:prstGeom prst="roundRect">
            <a:avLst>
              <a:gd name="adj" fmla="val 10000"/>
            </a:avLst>
          </a:prstGeom>
          <a:solidFill>
            <a:srgbClr val="0E3A44"/>
          </a:solidFill>
          <a:ln w="6350">
            <a:solidFill>
              <a:srgbClr val="2BD9E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2960" y="42062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 spiega anche come autorizzare l'accesso al telefono, passo per passo.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Un'app con l'AI: strumenti, costi e metodo</dc:title>
  <dc:subject>PptxGenJS Presentation</dc:subject>
  <dc:creator>Alberto Cabas Vidani</dc:creator>
  <cp:lastModifiedBy>Alberto Cabas Vidani</cp:lastModifiedBy>
  <cp:revision>1</cp:revision>
  <dcterms:created xsi:type="dcterms:W3CDTF">2026-06-11T13:35:54Z</dcterms:created>
  <dcterms:modified xsi:type="dcterms:W3CDTF">2026-06-11T13:35:54Z</dcterms:modified>
</cp:coreProperties>
</file>