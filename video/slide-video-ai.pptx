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2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852160" y="822960"/>
            <a:ext cx="3108960" cy="3108960"/>
          </a:xfrm>
          <a:prstGeom prst="ellipse">
            <a:avLst/>
          </a:prstGeom>
          <a:solidFill>
            <a:srgbClr val="0B1226">
              <a:alpha val="0"/>
            </a:srgbClr>
          </a:solidFill>
          <a:ln w="19050">
            <a:solidFill>
              <a:srgbClr val="2BD9E5">
                <a:alpha val="3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217920" y="1188720"/>
            <a:ext cx="2377440" cy="2377440"/>
          </a:xfrm>
          <a:prstGeom prst="ellipse">
            <a:avLst/>
          </a:prstGeom>
          <a:solidFill>
            <a:srgbClr val="0B1226">
              <a:alpha val="0"/>
            </a:srgbClr>
          </a:solidFill>
          <a:ln w="19050">
            <a:solidFill>
              <a:srgbClr val="2BD9E5">
                <a:alpha val="5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0" y="1554480"/>
            <a:ext cx="1645920" cy="1645920"/>
          </a:xfrm>
          <a:prstGeom prst="ellipse">
            <a:avLst/>
          </a:prstGeom>
          <a:solidFill>
            <a:srgbClr val="0B1226">
              <a:alpha val="0"/>
            </a:srgbClr>
          </a:solidFill>
          <a:ln w="25400">
            <a:solidFill>
              <a:srgbClr val="2BD9E5">
                <a:alpha val="8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269480" y="2240280"/>
            <a:ext cx="274320" cy="274320"/>
          </a:xfrm>
          <a:prstGeom prst="ellipse">
            <a:avLst/>
          </a:prstGeom>
          <a:solidFill>
            <a:srgbClr val="2BD9E5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91440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2BD9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STORIA DI BEYBLADE SCORE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1234440"/>
            <a:ext cx="57607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3400" dirty="0">
                <a:solidFill>
                  <a:srgbClr val="F4F7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Un'app sul Play Store.</a:t>
            </a:r>
            <a:endParaRPr lang="en-US" sz="3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3400" dirty="0">
                <a:solidFill>
                  <a:srgbClr val="2BD9E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Zero righe di codice.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640080" y="288036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EB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Strumenti, costi e metodo per creare un prodotto vero con l'AI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40080" y="397764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5C84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640080" y="4498848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EB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righe scritte a mano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3337560" y="397764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5C84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17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3337560" y="4498848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EB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versioni rilasciate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6035040" y="397764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5C84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 mese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6035040" y="4498848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EB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dall'idea al Play Store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2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47472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2BD9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GLI STRUMENTI · 1 DI 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21792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F4F7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Creazione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3794760" cy="1572768"/>
          </a:xfrm>
          <a:prstGeom prst="roundRect">
            <a:avLst>
              <a:gd name="adj" fmla="val 4651"/>
            </a:avLst>
          </a:prstGeom>
          <a:solidFill>
            <a:srgbClr val="16203F"/>
          </a:solidFill>
          <a:ln w="9525">
            <a:solidFill>
              <a:srgbClr val="2A3A6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8680" y="1691640"/>
            <a:ext cx="475488" cy="475488"/>
          </a:xfrm>
          <a:prstGeom prst="ellipse">
            <a:avLst/>
          </a:prstGeom>
          <a:solidFill>
            <a:srgbClr val="0E3A44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" y="1810512"/>
            <a:ext cx="237744" cy="23774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508760" y="1709928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868680" y="2267712"/>
            <a:ext cx="3337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AEB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costruttore. Scrive codice, interfaccia, script e testi: tu descrivi in italiano, lui realizza e corregge.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709160" y="1463040"/>
            <a:ext cx="3794760" cy="1572768"/>
          </a:xfrm>
          <a:prstGeom prst="roundRect">
            <a:avLst>
              <a:gd name="adj" fmla="val 4651"/>
            </a:avLst>
          </a:prstGeom>
          <a:solidFill>
            <a:srgbClr val="16203F"/>
          </a:solidFill>
          <a:ln w="9525">
            <a:solidFill>
              <a:srgbClr val="2A3A6B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937760" y="1691640"/>
            <a:ext cx="475488" cy="475488"/>
          </a:xfrm>
          <a:prstGeom prst="ellipse">
            <a:avLst/>
          </a:prstGeom>
          <a:solidFill>
            <a:srgbClr val="0E3A44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56632" y="1810512"/>
            <a:ext cx="237744" cy="237744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577840" y="1709928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ElevenLabs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4937760" y="2267712"/>
            <a:ext cx="3337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AEB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voci dell'app. Il countdown vocale «3, 2, 1» è generato dall'AI, in italiano e in inglese.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640080" y="3200400"/>
            <a:ext cx="3794760" cy="1572768"/>
          </a:xfrm>
          <a:prstGeom prst="roundRect">
            <a:avLst>
              <a:gd name="adj" fmla="val 4651"/>
            </a:avLst>
          </a:prstGeom>
          <a:solidFill>
            <a:srgbClr val="16203F"/>
          </a:solidFill>
          <a:ln w="9525">
            <a:solidFill>
              <a:srgbClr val="2A3A6B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868680" y="3429000"/>
            <a:ext cx="475488" cy="475488"/>
          </a:xfrm>
          <a:prstGeom prst="ellipse">
            <a:avLst/>
          </a:prstGeom>
          <a:solidFill>
            <a:srgbClr val="0E3A44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7552" y="3547872"/>
            <a:ext cx="237744" cy="237744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508760" y="3447288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Emulatore Android</a:t>
            </a:r>
            <a:endParaRPr lang="en-US" sz="1500" dirty="0"/>
          </a:p>
        </p:txBody>
      </p:sp>
      <p:sp>
        <p:nvSpPr>
          <p:cNvPr id="18" name="Text 13"/>
          <p:cNvSpPr/>
          <p:nvPr/>
        </p:nvSpPr>
        <p:spPr>
          <a:xfrm>
            <a:off x="868680" y="4005072"/>
            <a:ext cx="3337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AEB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telefono virtuale sul PC. L'AI ci installa l'app, la prova da sola e verifica le modifiche.</a:t>
            </a:r>
            <a:endParaRPr lang="en-US" sz="1100" dirty="0"/>
          </a:p>
        </p:txBody>
      </p:sp>
      <p:sp>
        <p:nvSpPr>
          <p:cNvPr id="19" name="Shape 14"/>
          <p:cNvSpPr/>
          <p:nvPr/>
        </p:nvSpPr>
        <p:spPr>
          <a:xfrm>
            <a:off x="4709160" y="3200400"/>
            <a:ext cx="3794760" cy="1572768"/>
          </a:xfrm>
          <a:prstGeom prst="roundRect">
            <a:avLst>
              <a:gd name="adj" fmla="val 4651"/>
            </a:avLst>
          </a:prstGeom>
          <a:solidFill>
            <a:srgbClr val="16203F"/>
          </a:solidFill>
          <a:ln w="9525">
            <a:solidFill>
              <a:srgbClr val="2A3A6B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4937760" y="3429000"/>
            <a:ext cx="475488" cy="475488"/>
          </a:xfrm>
          <a:prstGeom prst="ellipse">
            <a:avLst/>
          </a:prstGeom>
          <a:solidFill>
            <a:srgbClr val="0E3A44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56632" y="3547872"/>
            <a:ext cx="237744" cy="237744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5577840" y="3447288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</a:t>
            </a:r>
            <a:endParaRPr lang="en-US" sz="1500" dirty="0"/>
          </a:p>
        </p:txBody>
      </p:sp>
      <p:sp>
        <p:nvSpPr>
          <p:cNvPr id="23" name="Text 17"/>
          <p:cNvSpPr/>
          <p:nvPr/>
        </p:nvSpPr>
        <p:spPr>
          <a:xfrm>
            <a:off x="4937760" y="4005072"/>
            <a:ext cx="3337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AEB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L'archivio del progetto. Ogni versione salvata, ogni modifica documentata e reversibile.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2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47472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2BD9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GLI STRUMENTI · 2 DI 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21792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F4F7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Pubblicazione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2496312" cy="2423160"/>
          </a:xfrm>
          <a:prstGeom prst="roundRect">
            <a:avLst>
              <a:gd name="adj" fmla="val 3019"/>
            </a:avLst>
          </a:prstGeom>
          <a:solidFill>
            <a:srgbClr val="16203F"/>
          </a:solidFill>
          <a:ln w="9525">
            <a:solidFill>
              <a:srgbClr val="2A3A6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8680" y="1691640"/>
            <a:ext cx="475488" cy="475488"/>
          </a:xfrm>
          <a:prstGeom prst="ellipse">
            <a:avLst/>
          </a:prstGeom>
          <a:solidFill>
            <a:srgbClr val="0E3A44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" y="1810512"/>
            <a:ext cx="237744" cy="23774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68680" y="2286000"/>
            <a:ext cx="20391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F4F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Play Console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868680" y="2852928"/>
            <a:ext cx="20391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AEB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porta verso gli utenti Android: caricamento dell'app, revisione di Google, distribuzione in tutto il mondo, statistiche.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3337560" y="1463040"/>
            <a:ext cx="2496312" cy="2423160"/>
          </a:xfrm>
          <a:prstGeom prst="roundRect">
            <a:avLst>
              <a:gd name="adj" fmla="val 3019"/>
            </a:avLst>
          </a:prstGeom>
          <a:solidFill>
            <a:srgbClr val="16203F"/>
          </a:solidFill>
          <a:ln w="9525">
            <a:solidFill>
              <a:srgbClr val="2A3A6B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3566160" y="1691640"/>
            <a:ext cx="475488" cy="475488"/>
          </a:xfrm>
          <a:prstGeom prst="ellipse">
            <a:avLst/>
          </a:prstGeom>
          <a:solidFill>
            <a:srgbClr val="0E3A44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85032" y="1810512"/>
            <a:ext cx="237744" cy="237744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566160" y="2286000"/>
            <a:ext cx="20391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F4F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Expo EAS</a:t>
            </a:r>
            <a:endParaRPr lang="en-US" sz="1450" dirty="0"/>
          </a:p>
        </p:txBody>
      </p:sp>
      <p:sp>
        <p:nvSpPr>
          <p:cNvPr id="13" name="Text 9"/>
          <p:cNvSpPr/>
          <p:nvPr/>
        </p:nvSpPr>
        <p:spPr>
          <a:xfrm>
            <a:off x="3566160" y="2852928"/>
            <a:ext cx="20391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AEB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firma digitale dell'app: certifica che ogni aggiornamento arriva davvero dall'autore originale.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6035040" y="1463040"/>
            <a:ext cx="2496312" cy="2423160"/>
          </a:xfrm>
          <a:prstGeom prst="roundRect">
            <a:avLst>
              <a:gd name="adj" fmla="val 3019"/>
            </a:avLst>
          </a:prstGeom>
          <a:solidFill>
            <a:srgbClr val="16203F"/>
          </a:solidFill>
          <a:ln w="9525">
            <a:solidFill>
              <a:srgbClr val="2A3A6B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6263640" y="1691640"/>
            <a:ext cx="475488" cy="475488"/>
          </a:xfrm>
          <a:prstGeom prst="ellipse">
            <a:avLst/>
          </a:prstGeom>
          <a:solidFill>
            <a:srgbClr val="0E3A44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2512" y="1810512"/>
            <a:ext cx="237744" cy="237744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6263640" y="2286000"/>
            <a:ext cx="20391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F4F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 Pages</a:t>
            </a:r>
            <a:endParaRPr lang="en-US" sz="1450" dirty="0"/>
          </a:p>
        </p:txBody>
      </p:sp>
      <p:sp>
        <p:nvSpPr>
          <p:cNvPr id="18" name="Text 13"/>
          <p:cNvSpPr/>
          <p:nvPr/>
        </p:nvSpPr>
        <p:spPr>
          <a:xfrm>
            <a:off x="6263640" y="2852928"/>
            <a:ext cx="20391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AEB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versione web gratuita: stessa app, dentro il browser, senza installare nulla. Online in un click.</a:t>
            </a:r>
            <a:endParaRPr lang="en-US" sz="1050" dirty="0"/>
          </a:p>
        </p:txBody>
      </p:sp>
      <p:sp>
        <p:nvSpPr>
          <p:cNvPr id="19" name="Text 14"/>
          <p:cNvSpPr/>
          <p:nvPr/>
        </p:nvSpPr>
        <p:spPr>
          <a:xfrm>
            <a:off x="640080" y="420624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2BD9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solo progetto, due piattaforme: Android e web.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2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47472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2BD9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GLI STRUMENTI · 3 DI 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21792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F4F7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Monetizzazione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417320"/>
            <a:ext cx="3794760" cy="1783080"/>
          </a:xfrm>
          <a:prstGeom prst="roundRect">
            <a:avLst>
              <a:gd name="adj" fmla="val 4103"/>
            </a:avLst>
          </a:prstGeom>
          <a:solidFill>
            <a:srgbClr val="16203F"/>
          </a:solidFill>
          <a:ln w="9525">
            <a:solidFill>
              <a:srgbClr val="2A3A6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8680" y="1645920"/>
            <a:ext cx="475488" cy="475488"/>
          </a:xfrm>
          <a:prstGeom prst="ellipse">
            <a:avLst/>
          </a:prstGeom>
          <a:solidFill>
            <a:srgbClr val="0E3A44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" y="1764792"/>
            <a:ext cx="237744" cy="23774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508760" y="1664208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AdMob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868680" y="2221992"/>
            <a:ext cx="3337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AEB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Banner pubblicitari a fine partita. Si attiva gratis: Google vende gli spazi e gira la quota dei ricavi all'autore.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709160" y="1417320"/>
            <a:ext cx="3794760" cy="1783080"/>
          </a:xfrm>
          <a:prstGeom prst="roundRect">
            <a:avLst>
              <a:gd name="adj" fmla="val 4103"/>
            </a:avLst>
          </a:prstGeom>
          <a:solidFill>
            <a:srgbClr val="16203F"/>
          </a:solidFill>
          <a:ln w="9525">
            <a:solidFill>
              <a:srgbClr val="2A3A6B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937760" y="1645920"/>
            <a:ext cx="475488" cy="475488"/>
          </a:xfrm>
          <a:prstGeom prst="ellipse">
            <a:avLst/>
          </a:prstGeom>
          <a:solidFill>
            <a:srgbClr val="0E3A44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56632" y="1764792"/>
            <a:ext cx="237744" cy="237744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577840" y="1664208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RevenueCat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4937760" y="2221992"/>
            <a:ext cx="3337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AEB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Gestisce l'acquisto in-app «Rimuovi pubblicità». Gratuito fino a 2.500 $ al mese di incassi.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640080" y="3657600"/>
            <a:ext cx="2377440" cy="777240"/>
          </a:xfrm>
          <a:prstGeom prst="roundRect">
            <a:avLst>
              <a:gd name="adj" fmla="val 9412"/>
            </a:avLst>
          </a:prstGeom>
          <a:solidFill>
            <a:srgbClr val="0E3A44"/>
          </a:solidFill>
          <a:ln w="9525">
            <a:solidFill>
              <a:srgbClr val="2BD9E5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749808" y="3657600"/>
            <a:ext cx="215798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50" b="1" dirty="0">
                <a:solidFill>
                  <a:srgbClr val="F4F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Scarichi gratis</a:t>
            </a:r>
            <a:endParaRPr lang="en-US" sz="1150" dirty="0"/>
          </a:p>
        </p:txBody>
      </p:sp>
      <p:sp>
        <p:nvSpPr>
          <p:cNvPr id="16" name="Text 12"/>
          <p:cNvSpPr/>
          <p:nvPr/>
        </p:nvSpPr>
        <p:spPr>
          <a:xfrm>
            <a:off x="3017520" y="3657600"/>
            <a:ext cx="365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BD9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17" name="Shape 13"/>
          <p:cNvSpPr/>
          <p:nvPr/>
        </p:nvSpPr>
        <p:spPr>
          <a:xfrm>
            <a:off x="3383280" y="3657600"/>
            <a:ext cx="2377440" cy="777240"/>
          </a:xfrm>
          <a:prstGeom prst="roundRect">
            <a:avLst>
              <a:gd name="adj" fmla="val 9412"/>
            </a:avLst>
          </a:prstGeom>
          <a:solidFill>
            <a:srgbClr val="0E3A44"/>
          </a:solidFill>
          <a:ln w="9525">
            <a:solidFill>
              <a:srgbClr val="2BD9E5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3493008" y="3657600"/>
            <a:ext cx="215798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50" b="1" dirty="0">
                <a:solidFill>
                  <a:srgbClr val="F4F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Vedi la pubblicità</a:t>
            </a:r>
            <a:endParaRPr lang="en-US" sz="1150" dirty="0"/>
          </a:p>
        </p:txBody>
      </p:sp>
      <p:sp>
        <p:nvSpPr>
          <p:cNvPr id="19" name="Text 15"/>
          <p:cNvSpPr/>
          <p:nvPr/>
        </p:nvSpPr>
        <p:spPr>
          <a:xfrm>
            <a:off x="5760720" y="3657600"/>
            <a:ext cx="365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BD9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20" name="Shape 16"/>
          <p:cNvSpPr/>
          <p:nvPr/>
        </p:nvSpPr>
        <p:spPr>
          <a:xfrm>
            <a:off x="6126480" y="3657600"/>
            <a:ext cx="2377440" cy="777240"/>
          </a:xfrm>
          <a:prstGeom prst="roundRect">
            <a:avLst>
              <a:gd name="adj" fmla="val 9412"/>
            </a:avLst>
          </a:prstGeom>
          <a:solidFill>
            <a:srgbClr val="0E3A44"/>
          </a:solidFill>
          <a:ln w="9525">
            <a:solidFill>
              <a:srgbClr val="2BD9E5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6236208" y="3657600"/>
            <a:ext cx="215798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50" b="1" dirty="0">
                <a:solidFill>
                  <a:srgbClr val="F4F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acquisto la toglie per sempre</a:t>
            </a:r>
            <a:endParaRPr lang="en-US" sz="1150" dirty="0"/>
          </a:p>
        </p:txBody>
      </p:sp>
      <p:sp>
        <p:nvSpPr>
          <p:cNvPr id="22" name="Text 18"/>
          <p:cNvSpPr/>
          <p:nvPr/>
        </p:nvSpPr>
        <p:spPr>
          <a:xfrm>
            <a:off x="640080" y="331012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EB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modello freemium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2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47472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2BD9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BUDGET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21792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F4F7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Quanto costa davvero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417320"/>
            <a:ext cx="4937760" cy="749808"/>
          </a:xfrm>
          <a:prstGeom prst="roundRect">
            <a:avLst>
              <a:gd name="adj" fmla="val 7317"/>
            </a:avLst>
          </a:prstGeom>
          <a:solidFill>
            <a:srgbClr val="16203F"/>
          </a:solidFill>
          <a:ln w="9525">
            <a:solidFill>
              <a:srgbClr val="2A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68680" y="150876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(abbonamento)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68680" y="1801368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EB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vero costo di sviluppo: l'AI che costruisce tutto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977640" y="1417320"/>
            <a:ext cx="1417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F5C84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20 €/mese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080" y="2286000"/>
            <a:ext cx="4937760" cy="749808"/>
          </a:xfrm>
          <a:prstGeom prst="roundRect">
            <a:avLst>
              <a:gd name="adj" fmla="val 7317"/>
            </a:avLst>
          </a:prstGeom>
          <a:solidFill>
            <a:srgbClr val="16203F"/>
          </a:solidFill>
          <a:ln w="9525">
            <a:solidFill>
              <a:srgbClr val="2A3A6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68680" y="237744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Play Console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68680" y="2670048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EB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Account sviluppatore una tantum, vale per tutte le app future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3977640" y="2286000"/>
            <a:ext cx="1417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F5C84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25 $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40080" y="3154680"/>
            <a:ext cx="4937760" cy="749808"/>
          </a:xfrm>
          <a:prstGeom prst="roundRect">
            <a:avLst>
              <a:gd name="adj" fmla="val 7317"/>
            </a:avLst>
          </a:prstGeom>
          <a:solidFill>
            <a:srgbClr val="16203F"/>
          </a:solidFill>
          <a:ln w="9525">
            <a:solidFill>
              <a:srgbClr val="2A3A6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8680" y="324612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Tutto il resto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68680" y="3538728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EB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GitHub, Expo, emulatore, AdMob, RevenueCat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3977640" y="3154680"/>
            <a:ext cx="1417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F5C84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0 €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852160" y="1417320"/>
            <a:ext cx="2651760" cy="2487168"/>
          </a:xfrm>
          <a:prstGeom prst="roundRect">
            <a:avLst>
              <a:gd name="adj" fmla="val 2941"/>
            </a:avLst>
          </a:prstGeom>
          <a:solidFill>
            <a:srgbClr val="16203F"/>
          </a:solidFill>
          <a:ln w="15875">
            <a:solidFill>
              <a:srgbClr val="F5C84C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03720" y="1691640"/>
            <a:ext cx="548640" cy="548640"/>
          </a:xfrm>
          <a:prstGeom prst="rect">
            <a:avLst/>
          </a:prstGeom>
        </p:spPr>
      </p:pic>
      <p:sp>
        <p:nvSpPr>
          <p:cNvPr id="18" name="Text 15"/>
          <p:cNvSpPr/>
          <p:nvPr/>
        </p:nvSpPr>
        <p:spPr>
          <a:xfrm>
            <a:off x="5943600" y="2331720"/>
            <a:ext cx="2468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F5C84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&lt; 50 €</a:t>
            </a:r>
            <a:endParaRPr lang="en-US" sz="3600" dirty="0"/>
          </a:p>
        </p:txBody>
      </p:sp>
      <p:sp>
        <p:nvSpPr>
          <p:cNvPr id="19" name="Text 16"/>
          <p:cNvSpPr/>
          <p:nvPr/>
        </p:nvSpPr>
        <p:spPr>
          <a:xfrm>
            <a:off x="6126480" y="306324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AEB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 mettere la tua prima app sul Play Store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640080" y="4160520"/>
            <a:ext cx="7863840" cy="566928"/>
          </a:xfrm>
          <a:prstGeom prst="roundRect">
            <a:avLst>
              <a:gd name="adj" fmla="val 9677"/>
            </a:avLst>
          </a:prstGeom>
          <a:solidFill>
            <a:srgbClr val="0E3A44"/>
          </a:solidFill>
          <a:ln w="6350">
            <a:solidFill>
              <a:srgbClr val="2BD9E5"/>
            </a:solidFill>
            <a:prstDash val="solid"/>
          </a:ln>
        </p:spPr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4334256"/>
            <a:ext cx="219456" cy="219456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1188720" y="4160520"/>
            <a:ext cx="7178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4F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Caso a parte: ElevenLabs. </a:t>
            </a:r>
            <a:pPr indent="0" marL="0">
              <a:buNone/>
            </a:pPr>
            <a:r>
              <a:rPr lang="en-US" sz="1150" dirty="0">
                <a:solidFill>
                  <a:srgbClr val="AEB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Solo se vuoi voci AI nell'app — gratis per iniziare, poi da ~5 $/mese.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2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47472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2BD9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METODO · DALL'IDEA AL LANCIO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21792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F4F7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La prima release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371600"/>
            <a:ext cx="2496312" cy="1645920"/>
          </a:xfrm>
          <a:prstGeom prst="roundRect">
            <a:avLst>
              <a:gd name="adj" fmla="val 4444"/>
            </a:avLst>
          </a:prstGeom>
          <a:solidFill>
            <a:srgbClr val="16203F"/>
          </a:solidFill>
          <a:ln w="9525">
            <a:solidFill>
              <a:srgbClr val="2A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" y="1499616"/>
            <a:ext cx="731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2BD9E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841248" y="1901952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Parti dal problema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41248" y="2212848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AEB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utente preciso, un bisogno reale, la funzione minima che lo risolve.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337560" y="1371600"/>
            <a:ext cx="2496312" cy="1645920"/>
          </a:xfrm>
          <a:prstGeom prst="roundRect">
            <a:avLst>
              <a:gd name="adj" fmla="val 4444"/>
            </a:avLst>
          </a:prstGeom>
          <a:solidFill>
            <a:srgbClr val="16203F"/>
          </a:solidFill>
          <a:ln w="9525">
            <a:solidFill>
              <a:srgbClr val="2A3A6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538728" y="1499616"/>
            <a:ext cx="731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2BD9E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3538728" y="1901952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Descrivi all'AI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538728" y="2212848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AEB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Brief in linguaggio naturale: cosa deve fare, non come. Le tecnologie le sceglie lei.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035040" y="1371600"/>
            <a:ext cx="2496312" cy="1645920"/>
          </a:xfrm>
          <a:prstGeom prst="roundRect">
            <a:avLst>
              <a:gd name="adj" fmla="val 4444"/>
            </a:avLst>
          </a:prstGeom>
          <a:solidFill>
            <a:srgbClr val="16203F"/>
          </a:solidFill>
          <a:ln w="9525">
            <a:solidFill>
              <a:srgbClr val="2A3A6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236208" y="1499616"/>
            <a:ext cx="731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2BD9E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6236208" y="1901952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Ottieni un prototipo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236208" y="2212848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AEB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Una versione da toccare subito, anche imperfetta. Prima web, poi mobile.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40080" y="3154680"/>
            <a:ext cx="2496312" cy="1645920"/>
          </a:xfrm>
          <a:prstGeom prst="roundRect">
            <a:avLst>
              <a:gd name="adj" fmla="val 4444"/>
            </a:avLst>
          </a:prstGeom>
          <a:solidFill>
            <a:srgbClr val="16203F"/>
          </a:solidFill>
          <a:ln w="9525">
            <a:solidFill>
              <a:srgbClr val="2A3A6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41248" y="3282696"/>
            <a:ext cx="731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2BD9E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04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841248" y="3685032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Itera a parole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841248" y="3995928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AEB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Usa l'app, descrivi cosa non va, l'AI corregge. Ripeti finché ti convince.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337560" y="3154680"/>
            <a:ext cx="2496312" cy="1645920"/>
          </a:xfrm>
          <a:prstGeom prst="roundRect">
            <a:avLst>
              <a:gd name="adj" fmla="val 4444"/>
            </a:avLst>
          </a:prstGeom>
          <a:solidFill>
            <a:srgbClr val="16203F"/>
          </a:solidFill>
          <a:ln w="9525">
            <a:solidFill>
              <a:srgbClr val="2A3A6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538728" y="3282696"/>
            <a:ext cx="731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2BD9E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05</a:t>
            </a:r>
            <a:endParaRPr lang="en-US" sz="1900" dirty="0"/>
          </a:p>
        </p:txBody>
      </p:sp>
      <p:sp>
        <p:nvSpPr>
          <p:cNvPr id="22" name="Text 20"/>
          <p:cNvSpPr/>
          <p:nvPr/>
        </p:nvSpPr>
        <p:spPr>
          <a:xfrm>
            <a:off x="3538728" y="3685032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Prepara il lancio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3538728" y="3995928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AEB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Nome, icona, privacy policy, scheda store: li scrive l'AI, li approvi tu.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035040" y="3154680"/>
            <a:ext cx="2496312" cy="1645920"/>
          </a:xfrm>
          <a:prstGeom prst="roundRect">
            <a:avLst>
              <a:gd name="adj" fmla="val 4444"/>
            </a:avLst>
          </a:prstGeom>
          <a:solidFill>
            <a:srgbClr val="16203F"/>
          </a:solidFill>
          <a:ln w="9525">
            <a:solidFill>
              <a:srgbClr val="2A3A6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236208" y="3282696"/>
            <a:ext cx="731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2BD9E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06</a:t>
            </a:r>
            <a:endParaRPr lang="en-US" sz="1900" dirty="0"/>
          </a:p>
        </p:txBody>
      </p:sp>
      <p:sp>
        <p:nvSpPr>
          <p:cNvPr id="26" name="Text 24"/>
          <p:cNvSpPr/>
          <p:nvPr/>
        </p:nvSpPr>
        <p:spPr>
          <a:xfrm>
            <a:off x="6236208" y="3685032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Pubblica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236208" y="3995928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AEB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Firma digitale, caricamento, revisione di Google. Poi sei online nel mondo.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2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47472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2BD9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METODO · DOPO IL LANCIO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21792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F4F7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Gli aggiornamenti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417320"/>
            <a:ext cx="1856232" cy="2331720"/>
          </a:xfrm>
          <a:prstGeom prst="roundRect">
            <a:avLst>
              <a:gd name="adj" fmla="val 3941"/>
            </a:avLst>
          </a:prstGeom>
          <a:solidFill>
            <a:srgbClr val="16203F"/>
          </a:solidFill>
          <a:ln w="9525">
            <a:solidFill>
              <a:srgbClr val="2A3A6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627632"/>
            <a:ext cx="420624" cy="420624"/>
          </a:xfrm>
          <a:prstGeom prst="ellipse">
            <a:avLst/>
          </a:prstGeom>
          <a:solidFill>
            <a:srgbClr val="0E3A44"/>
          </a:solidFill>
          <a:ln w="9525">
            <a:solidFill>
              <a:srgbClr val="2BD9E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162763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BD9E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22960" y="2176272"/>
            <a:ext cx="15179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F4F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Ascolta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822960" y="2743200"/>
            <a:ext cx="151790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AEB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Recensioni, statistiche, uso reale: decidono i dati, non le supposizioni.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2496312" y="2377440"/>
            <a:ext cx="182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BD9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679192" y="1417320"/>
            <a:ext cx="1856232" cy="2331720"/>
          </a:xfrm>
          <a:prstGeom prst="roundRect">
            <a:avLst>
              <a:gd name="adj" fmla="val 3941"/>
            </a:avLst>
          </a:prstGeom>
          <a:solidFill>
            <a:srgbClr val="16203F"/>
          </a:solidFill>
          <a:ln w="9525">
            <a:solidFill>
              <a:srgbClr val="2A3A6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862072" y="1627632"/>
            <a:ext cx="420624" cy="420624"/>
          </a:xfrm>
          <a:prstGeom prst="ellipse">
            <a:avLst/>
          </a:prstGeom>
          <a:solidFill>
            <a:srgbClr val="0E3A44"/>
          </a:solidFill>
          <a:ln w="9525">
            <a:solidFill>
              <a:srgbClr val="2BD9E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862072" y="162763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BD9E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2862072" y="2176272"/>
            <a:ext cx="15179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F4F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Scegli una cosa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2862072" y="2743200"/>
            <a:ext cx="151790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AEB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Una sola modifica per versione: piccola, chiara, verificabile.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4535424" y="2377440"/>
            <a:ext cx="182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BD9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718304" y="1417320"/>
            <a:ext cx="1856232" cy="2331720"/>
          </a:xfrm>
          <a:prstGeom prst="roundRect">
            <a:avLst>
              <a:gd name="adj" fmla="val 3941"/>
            </a:avLst>
          </a:prstGeom>
          <a:solidFill>
            <a:srgbClr val="16203F"/>
          </a:solidFill>
          <a:ln w="9525">
            <a:solidFill>
              <a:srgbClr val="2A3A6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901184" y="1627632"/>
            <a:ext cx="420624" cy="420624"/>
          </a:xfrm>
          <a:prstGeom prst="ellipse">
            <a:avLst/>
          </a:prstGeom>
          <a:solidFill>
            <a:srgbClr val="0E3A44"/>
          </a:solidFill>
          <a:ln w="9525">
            <a:solidFill>
              <a:srgbClr val="2BD9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901184" y="162763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BD9E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901184" y="2176272"/>
            <a:ext cx="15179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F4F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 e prova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4901184" y="2743200"/>
            <a:ext cx="151790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AEB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L'AI sviluppa e testa sull'emulatore; tu validi sul telefono vero.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6574536" y="2377440"/>
            <a:ext cx="182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BD9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757416" y="1417320"/>
            <a:ext cx="1856232" cy="2331720"/>
          </a:xfrm>
          <a:prstGeom prst="roundRect">
            <a:avLst>
              <a:gd name="adj" fmla="val 3941"/>
            </a:avLst>
          </a:prstGeom>
          <a:solidFill>
            <a:srgbClr val="16203F"/>
          </a:solidFill>
          <a:ln w="9525">
            <a:solidFill>
              <a:srgbClr val="2A3A6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940296" y="1627632"/>
            <a:ext cx="420624" cy="420624"/>
          </a:xfrm>
          <a:prstGeom prst="ellipse">
            <a:avLst/>
          </a:prstGeom>
          <a:solidFill>
            <a:srgbClr val="0E3A44"/>
          </a:solidFill>
          <a:ln w="9525">
            <a:solidFill>
              <a:srgbClr val="2BD9E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940296" y="162763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BD9E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6940296" y="2176272"/>
            <a:ext cx="15179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F4F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Rilascia spesso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6940296" y="2743200"/>
            <a:ext cx="151790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AEB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Versioni frequenti: 17 in quattro mesi. Ogni release è un esperimento.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640080" y="4069080"/>
            <a:ext cx="7863840" cy="658368"/>
          </a:xfrm>
          <a:prstGeom prst="roundRect">
            <a:avLst>
              <a:gd name="adj" fmla="val 8333"/>
            </a:avLst>
          </a:prstGeom>
          <a:solidFill>
            <a:srgbClr val="0E3A44"/>
          </a:solidFill>
          <a:ln w="6350">
            <a:solidFill>
              <a:srgbClr val="2BD9E5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14400" y="4069080"/>
            <a:ext cx="7315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4F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↻  Si ricomincia da «Ascolta». </a:t>
            </a:r>
            <a:pPr indent="0" marL="0">
              <a:buNone/>
            </a:pPr>
            <a:r>
              <a:rPr lang="en-US" sz="1200" dirty="0">
                <a:solidFill>
                  <a:srgbClr val="AEB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 la routine si automatizza: build, test e pubblicazione diventano script che l'AI scrive una volta sola.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Un'app con l'AI: strumenti, costi e metodo</dc:title>
  <dc:subject>PptxGenJS Presentation</dc:subject>
  <dc:creator>Alberto Cabas Vidani</dc:creator>
  <cp:lastModifiedBy>Alberto Cabas Vidani</cp:lastModifiedBy>
  <cp:revision>1</cp:revision>
  <dcterms:created xsi:type="dcterms:W3CDTF">2026-06-11T13:17:50Z</dcterms:created>
  <dcterms:modified xsi:type="dcterms:W3CDTF">2026-06-11T13:17:50Z</dcterms:modified>
</cp:coreProperties>
</file>